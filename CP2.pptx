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23"/>
  </p:notesMasterIdLst>
  <p:sldIdLst>
    <p:sldId id="256" r:id="rId2"/>
    <p:sldId id="298" r:id="rId3"/>
    <p:sldId id="258" r:id="rId4"/>
    <p:sldId id="299" r:id="rId5"/>
    <p:sldId id="264" r:id="rId6"/>
    <p:sldId id="260" r:id="rId7"/>
    <p:sldId id="300" r:id="rId8"/>
    <p:sldId id="263" r:id="rId9"/>
    <p:sldId id="262" r:id="rId10"/>
    <p:sldId id="309" r:id="rId11"/>
    <p:sldId id="304" r:id="rId12"/>
    <p:sldId id="306" r:id="rId13"/>
    <p:sldId id="312" r:id="rId14"/>
    <p:sldId id="313" r:id="rId15"/>
    <p:sldId id="269" r:id="rId16"/>
    <p:sldId id="310" r:id="rId17"/>
    <p:sldId id="267" r:id="rId18"/>
    <p:sldId id="308" r:id="rId19"/>
    <p:sldId id="268" r:id="rId20"/>
    <p:sldId id="266" r:id="rId21"/>
    <p:sldId id="270" r:id="rId22"/>
  </p:sldIdLst>
  <p:sldSz cx="9144000" cy="5143500" type="screen16x9"/>
  <p:notesSz cx="6858000" cy="9144000"/>
  <p:embeddedFontLst>
    <p:embeddedFont>
      <p:font typeface="Archivo" panose="02010600030101010101" charset="0"/>
      <p:regular r:id="rId24"/>
      <p:bold r:id="rId25"/>
      <p:italic r:id="rId26"/>
      <p:boldItalic r:id="rId27"/>
    </p:embeddedFont>
    <p:embeddedFont>
      <p:font typeface="Gantari" panose="02010600030101010101" charset="0"/>
      <p:regular r:id="rId28"/>
      <p:bold r:id="rId29"/>
      <p:italic r:id="rId30"/>
      <p:boldItalic r:id="rId31"/>
    </p:embeddedFont>
    <p:embeddedFont>
      <p:font typeface="Hind" panose="02000000000000000000" pitchFamily="2" charset="0"/>
      <p:regular r:id="rId32"/>
      <p:bold r:id="rId33"/>
    </p:embeddedFont>
    <p:embeddedFont>
      <p:font typeface="Hind SemiBold" panose="02000000000000000000" pitchFamily="2" charset="0"/>
      <p:bold r:id="rId34"/>
    </p:embeddedFont>
    <p:embeddedFont>
      <p:font typeface="Lexend" panose="02010600030101010101" charset="0"/>
      <p:regular r:id="rId35"/>
      <p:bold r:id="rId36"/>
    </p:embeddedFont>
    <p:embeddedFont>
      <p:font typeface="Mada" panose="02010600030101010101" charset="-78"/>
      <p:regular r:id="rId37"/>
      <p:bold r:id="rId38"/>
    </p:embeddedFont>
    <p:embeddedFont>
      <p:font typeface="Montserrat" panose="00000500000000000000" pitchFamily="2" charset="0"/>
      <p:regular r:id="rId39"/>
      <p:bold r:id="rId40"/>
      <p:italic r:id="rId41"/>
      <p:boldItalic r:id="rId42"/>
    </p:embeddedFont>
    <p:embeddedFont>
      <p:font typeface="Nunito Sans" pitchFamily="2" charset="0"/>
      <p:regular r:id="rId43"/>
      <p:bold r:id="rId44"/>
      <p:italic r:id="rId45"/>
      <p:boldItalic r:id="rId46"/>
    </p:embeddedFont>
    <p:embeddedFont>
      <p:font typeface="Unbounded" panose="02010600030101010101" charset="0"/>
      <p:regular r:id="rId47"/>
      <p:bold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F6F8AF3-29B2-4E36-8035-00067A012902}">
  <a:tblStyle styleId="{7F6F8AF3-29B2-4E36-8035-00067A01290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17" d="100"/>
          <a:sy n="217" d="100"/>
        </p:scale>
        <p:origin x="156" y="3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font" Target="fonts/font19.fntdata"/><Relationship Id="rId47" Type="http://schemas.openxmlformats.org/officeDocument/2006/relationships/font" Target="fonts/font24.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font" Target="fonts/font2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4" Type="http://schemas.openxmlformats.org/officeDocument/2006/relationships/font" Target="fonts/font21.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font" Target="fonts/font20.fntdata"/><Relationship Id="rId48" Type="http://schemas.openxmlformats.org/officeDocument/2006/relationships/font" Target="fonts/font25.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46" Type="http://schemas.openxmlformats.org/officeDocument/2006/relationships/font" Target="fonts/font23.fntdata"/><Relationship Id="rId20" Type="http://schemas.openxmlformats.org/officeDocument/2006/relationships/slide" Target="slides/slide19.xml"/><Relationship Id="rId41"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d29c8167d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2d29c8167d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a:extLst>
            <a:ext uri="{FF2B5EF4-FFF2-40B4-BE49-F238E27FC236}">
              <a16:creationId xmlns:a16="http://schemas.microsoft.com/office/drawing/2014/main" id="{006FFA6D-264D-987E-69D0-DC9355BB9E3E}"/>
            </a:ext>
          </a:extLst>
        </p:cNvPr>
        <p:cNvGrpSpPr/>
        <p:nvPr/>
      </p:nvGrpSpPr>
      <p:grpSpPr>
        <a:xfrm>
          <a:off x="0" y="0"/>
          <a:ext cx="0" cy="0"/>
          <a:chOff x="0" y="0"/>
          <a:chExt cx="0" cy="0"/>
        </a:xfrm>
      </p:grpSpPr>
      <p:sp>
        <p:nvSpPr>
          <p:cNvPr id="830" name="Google Shape;830;g2d294afe249_0_328:notes">
            <a:extLst>
              <a:ext uri="{FF2B5EF4-FFF2-40B4-BE49-F238E27FC236}">
                <a16:creationId xmlns:a16="http://schemas.microsoft.com/office/drawing/2014/main" id="{F4CB0286-DEA3-493D-54F7-BFD42EA719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2d294afe249_0_328:notes">
            <a:extLst>
              <a:ext uri="{FF2B5EF4-FFF2-40B4-BE49-F238E27FC236}">
                <a16:creationId xmlns:a16="http://schemas.microsoft.com/office/drawing/2014/main" id="{76519E97-C71F-25DA-9088-96B90D6F3E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83402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2d294afe249_0_3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2d294afe249_0_3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a:extLst>
            <a:ext uri="{FF2B5EF4-FFF2-40B4-BE49-F238E27FC236}">
              <a16:creationId xmlns:a16="http://schemas.microsoft.com/office/drawing/2014/main" id="{82E01C0D-06E4-0B1C-8CD9-00251374F668}"/>
            </a:ext>
          </a:extLst>
        </p:cNvPr>
        <p:cNvGrpSpPr/>
        <p:nvPr/>
      </p:nvGrpSpPr>
      <p:grpSpPr>
        <a:xfrm>
          <a:off x="0" y="0"/>
          <a:ext cx="0" cy="0"/>
          <a:chOff x="0" y="0"/>
          <a:chExt cx="0" cy="0"/>
        </a:xfrm>
      </p:grpSpPr>
      <p:sp>
        <p:nvSpPr>
          <p:cNvPr id="830" name="Google Shape;830;g2d294afe249_0_328:notes">
            <a:extLst>
              <a:ext uri="{FF2B5EF4-FFF2-40B4-BE49-F238E27FC236}">
                <a16:creationId xmlns:a16="http://schemas.microsoft.com/office/drawing/2014/main" id="{5CE27B20-27BF-1184-444B-A9E70B7EE3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2d294afe249_0_328:notes">
            <a:extLst>
              <a:ext uri="{FF2B5EF4-FFF2-40B4-BE49-F238E27FC236}">
                <a16:creationId xmlns:a16="http://schemas.microsoft.com/office/drawing/2014/main" id="{D5E3DF1C-1A5E-0387-5C66-FDCE16A7CA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80012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2d9fe3b41df_0_6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2d9fe3b41df_0_6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2d294afe249_0_4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2d294afe249_0_4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a:extLst>
            <a:ext uri="{FF2B5EF4-FFF2-40B4-BE49-F238E27FC236}">
              <a16:creationId xmlns:a16="http://schemas.microsoft.com/office/drawing/2014/main" id="{88A87CA8-4EDC-6B10-F7E3-CE9C5CCBF16E}"/>
            </a:ext>
          </a:extLst>
        </p:cNvPr>
        <p:cNvGrpSpPr/>
        <p:nvPr/>
      </p:nvGrpSpPr>
      <p:grpSpPr>
        <a:xfrm>
          <a:off x="0" y="0"/>
          <a:ext cx="0" cy="0"/>
          <a:chOff x="0" y="0"/>
          <a:chExt cx="0" cy="0"/>
        </a:xfrm>
      </p:grpSpPr>
      <p:sp>
        <p:nvSpPr>
          <p:cNvPr id="830" name="Google Shape;830;g2d294afe249_0_328:notes">
            <a:extLst>
              <a:ext uri="{FF2B5EF4-FFF2-40B4-BE49-F238E27FC236}">
                <a16:creationId xmlns:a16="http://schemas.microsoft.com/office/drawing/2014/main" id="{8F6A8BEA-48CB-77FA-E99F-33DEB8CD2A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2d294afe249_0_328:notes">
            <a:extLst>
              <a:ext uri="{FF2B5EF4-FFF2-40B4-BE49-F238E27FC236}">
                <a16:creationId xmlns:a16="http://schemas.microsoft.com/office/drawing/2014/main" id="{E6D85FA2-CC24-F23F-EE27-9A5A4AA5B0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84523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2d9fe3b41df_0_5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2d9fe3b41df_0_5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2d9fe3b41df_0_4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 name="Google Shape;435;g2d9fe3b41df_0_4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a:extLst>
            <a:ext uri="{FF2B5EF4-FFF2-40B4-BE49-F238E27FC236}">
              <a16:creationId xmlns:a16="http://schemas.microsoft.com/office/drawing/2014/main" id="{A0F7D2A7-513F-37D7-13D6-74EFC29672D0}"/>
            </a:ext>
          </a:extLst>
        </p:cNvPr>
        <p:cNvGrpSpPr/>
        <p:nvPr/>
      </p:nvGrpSpPr>
      <p:grpSpPr>
        <a:xfrm>
          <a:off x="0" y="0"/>
          <a:ext cx="0" cy="0"/>
          <a:chOff x="0" y="0"/>
          <a:chExt cx="0" cy="0"/>
        </a:xfrm>
      </p:grpSpPr>
      <p:sp>
        <p:nvSpPr>
          <p:cNvPr id="830" name="Google Shape;830;g2d294afe249_0_328:notes">
            <a:extLst>
              <a:ext uri="{FF2B5EF4-FFF2-40B4-BE49-F238E27FC236}">
                <a16:creationId xmlns:a16="http://schemas.microsoft.com/office/drawing/2014/main" id="{3900AC30-8116-5F07-0665-855CF4C530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2d294afe249_0_328:notes">
            <a:extLst>
              <a:ext uri="{FF2B5EF4-FFF2-40B4-BE49-F238E27FC236}">
                <a16:creationId xmlns:a16="http://schemas.microsoft.com/office/drawing/2014/main" id="{285F5840-E3BF-4AAD-949C-7D1B520D99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73551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a:extLst>
            <a:ext uri="{FF2B5EF4-FFF2-40B4-BE49-F238E27FC236}">
              <a16:creationId xmlns:a16="http://schemas.microsoft.com/office/drawing/2014/main" id="{B53CC7B4-C20B-0481-CF71-40A0A1BB7BAD}"/>
            </a:ext>
          </a:extLst>
        </p:cNvPr>
        <p:cNvGrpSpPr/>
        <p:nvPr/>
      </p:nvGrpSpPr>
      <p:grpSpPr>
        <a:xfrm>
          <a:off x="0" y="0"/>
          <a:ext cx="0" cy="0"/>
          <a:chOff x="0" y="0"/>
          <a:chExt cx="0" cy="0"/>
        </a:xfrm>
      </p:grpSpPr>
      <p:sp>
        <p:nvSpPr>
          <p:cNvPr id="306" name="Google Shape;306;g2d294afe249_0_391:notes">
            <a:extLst>
              <a:ext uri="{FF2B5EF4-FFF2-40B4-BE49-F238E27FC236}">
                <a16:creationId xmlns:a16="http://schemas.microsoft.com/office/drawing/2014/main" id="{E91BD134-431D-5F95-5BA4-4075F53276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2d294afe249_0_391:notes">
            <a:extLst>
              <a:ext uri="{FF2B5EF4-FFF2-40B4-BE49-F238E27FC236}">
                <a16:creationId xmlns:a16="http://schemas.microsoft.com/office/drawing/2014/main" id="{878E61F3-E42D-57BB-01B5-C10F414154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0910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a:extLst>
            <a:ext uri="{FF2B5EF4-FFF2-40B4-BE49-F238E27FC236}">
              <a16:creationId xmlns:a16="http://schemas.microsoft.com/office/drawing/2014/main" id="{62251983-4B03-A181-875C-6BCDEB8BF8C6}"/>
            </a:ext>
          </a:extLst>
        </p:cNvPr>
        <p:cNvGrpSpPr/>
        <p:nvPr/>
      </p:nvGrpSpPr>
      <p:grpSpPr>
        <a:xfrm>
          <a:off x="0" y="0"/>
          <a:ext cx="0" cy="0"/>
          <a:chOff x="0" y="0"/>
          <a:chExt cx="0" cy="0"/>
        </a:xfrm>
      </p:grpSpPr>
      <p:sp>
        <p:nvSpPr>
          <p:cNvPr id="830" name="Google Shape;830;g2d294afe249_0_328:notes">
            <a:extLst>
              <a:ext uri="{FF2B5EF4-FFF2-40B4-BE49-F238E27FC236}">
                <a16:creationId xmlns:a16="http://schemas.microsoft.com/office/drawing/2014/main" id="{807545A5-950B-F434-8F99-A9AAA7BE02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2d294afe249_0_328:notes">
            <a:extLst>
              <a:ext uri="{FF2B5EF4-FFF2-40B4-BE49-F238E27FC236}">
                <a16:creationId xmlns:a16="http://schemas.microsoft.com/office/drawing/2014/main" id="{5D88CEE9-F3AB-4796-D3A5-66A74AA966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41182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a:extLst>
            <a:ext uri="{FF2B5EF4-FFF2-40B4-BE49-F238E27FC236}">
              <a16:creationId xmlns:a16="http://schemas.microsoft.com/office/drawing/2014/main" id="{3B3666BF-F3A9-0191-C529-26FE7207746C}"/>
            </a:ext>
          </a:extLst>
        </p:cNvPr>
        <p:cNvGrpSpPr/>
        <p:nvPr/>
      </p:nvGrpSpPr>
      <p:grpSpPr>
        <a:xfrm>
          <a:off x="0" y="0"/>
          <a:ext cx="0" cy="0"/>
          <a:chOff x="0" y="0"/>
          <a:chExt cx="0" cy="0"/>
        </a:xfrm>
      </p:grpSpPr>
      <p:sp>
        <p:nvSpPr>
          <p:cNvPr id="830" name="Google Shape;830;g2d294afe249_0_328:notes">
            <a:extLst>
              <a:ext uri="{FF2B5EF4-FFF2-40B4-BE49-F238E27FC236}">
                <a16:creationId xmlns:a16="http://schemas.microsoft.com/office/drawing/2014/main" id="{45906E61-6E21-6140-1520-65D67344A1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2d294afe249_0_328:notes">
            <a:extLst>
              <a:ext uri="{FF2B5EF4-FFF2-40B4-BE49-F238E27FC236}">
                <a16:creationId xmlns:a16="http://schemas.microsoft.com/office/drawing/2014/main" id="{8E480CB4-428B-E96B-68DC-812FBF93C6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78992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a:extLst>
            <a:ext uri="{FF2B5EF4-FFF2-40B4-BE49-F238E27FC236}">
              <a16:creationId xmlns:a16="http://schemas.microsoft.com/office/drawing/2014/main" id="{9C3662B3-533F-36A4-DC60-FE4A9271BED1}"/>
            </a:ext>
          </a:extLst>
        </p:cNvPr>
        <p:cNvGrpSpPr/>
        <p:nvPr/>
      </p:nvGrpSpPr>
      <p:grpSpPr>
        <a:xfrm>
          <a:off x="0" y="0"/>
          <a:ext cx="0" cy="0"/>
          <a:chOff x="0" y="0"/>
          <a:chExt cx="0" cy="0"/>
        </a:xfrm>
      </p:grpSpPr>
      <p:sp>
        <p:nvSpPr>
          <p:cNvPr id="830" name="Google Shape;830;g2d294afe249_0_328:notes">
            <a:extLst>
              <a:ext uri="{FF2B5EF4-FFF2-40B4-BE49-F238E27FC236}">
                <a16:creationId xmlns:a16="http://schemas.microsoft.com/office/drawing/2014/main" id="{4E08AEB9-C4DB-1A14-E049-087A68F420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2d294afe249_0_328:notes">
            <a:extLst>
              <a:ext uri="{FF2B5EF4-FFF2-40B4-BE49-F238E27FC236}">
                <a16:creationId xmlns:a16="http://schemas.microsoft.com/office/drawing/2014/main" id="{BE84A7EE-8AF7-EF02-654F-386D8A06CF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90274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g2da7da5b01c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0" name="Google Shape;640;g2da7da5b01c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a:extLst>
            <a:ext uri="{FF2B5EF4-FFF2-40B4-BE49-F238E27FC236}">
              <a16:creationId xmlns:a16="http://schemas.microsoft.com/office/drawing/2014/main" id="{9C5B014E-CA60-B0F5-8053-98450098AA93}"/>
            </a:ext>
          </a:extLst>
        </p:cNvPr>
        <p:cNvGrpSpPr/>
        <p:nvPr/>
      </p:nvGrpSpPr>
      <p:grpSpPr>
        <a:xfrm>
          <a:off x="0" y="0"/>
          <a:ext cx="0" cy="0"/>
          <a:chOff x="0" y="0"/>
          <a:chExt cx="0" cy="0"/>
        </a:xfrm>
      </p:grpSpPr>
      <p:sp>
        <p:nvSpPr>
          <p:cNvPr id="830" name="Google Shape;830;g2d294afe249_0_328:notes">
            <a:extLst>
              <a:ext uri="{FF2B5EF4-FFF2-40B4-BE49-F238E27FC236}">
                <a16:creationId xmlns:a16="http://schemas.microsoft.com/office/drawing/2014/main" id="{A9B95DF6-14FE-54E4-B96C-BB69BB4DB8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2d294afe249_0_328:notes">
            <a:extLst>
              <a:ext uri="{FF2B5EF4-FFF2-40B4-BE49-F238E27FC236}">
                <a16:creationId xmlns:a16="http://schemas.microsoft.com/office/drawing/2014/main" id="{17D8E857-FEB5-79C5-1669-D3818CA66C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04264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2d9fe3b41df_0_7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2d9fe3b41df_0_7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a:extLst>
            <a:ext uri="{FF2B5EF4-FFF2-40B4-BE49-F238E27FC236}">
              <a16:creationId xmlns:a16="http://schemas.microsoft.com/office/drawing/2014/main" id="{5F8727B6-EEEE-C343-70D4-0BCECB00E7CB}"/>
            </a:ext>
          </a:extLst>
        </p:cNvPr>
        <p:cNvGrpSpPr/>
        <p:nvPr/>
      </p:nvGrpSpPr>
      <p:grpSpPr>
        <a:xfrm>
          <a:off x="0" y="0"/>
          <a:ext cx="0" cy="0"/>
          <a:chOff x="0" y="0"/>
          <a:chExt cx="0" cy="0"/>
        </a:xfrm>
      </p:grpSpPr>
      <p:sp>
        <p:nvSpPr>
          <p:cNvPr id="830" name="Google Shape;830;g2d294afe249_0_328:notes">
            <a:extLst>
              <a:ext uri="{FF2B5EF4-FFF2-40B4-BE49-F238E27FC236}">
                <a16:creationId xmlns:a16="http://schemas.microsoft.com/office/drawing/2014/main" id="{2B1252AA-9528-ADCB-2C27-78CC29A18D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2d294afe249_0_328:notes">
            <a:extLst>
              <a:ext uri="{FF2B5EF4-FFF2-40B4-BE49-F238E27FC236}">
                <a16:creationId xmlns:a16="http://schemas.microsoft.com/office/drawing/2014/main" id="{C5D16D41-EC6E-D8BA-B783-26FF807B7F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60321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2d9fe3b41df_0_7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2d9fe3b41df_0_7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2d9fe3b41df_0_7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g2d9fe3b41df_0_7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2d9fe3b41df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2d9fe3b41df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5100" y="1302875"/>
            <a:ext cx="4578900" cy="2128200"/>
          </a:xfrm>
          <a:prstGeom prst="rect">
            <a:avLst/>
          </a:prstGeom>
        </p:spPr>
        <p:txBody>
          <a:bodyPr spcFirstLastPara="1" wrap="square" lIns="91425" tIns="91425" rIns="91425" bIns="91425" anchor="b" anchorCtr="0">
            <a:noAutofit/>
          </a:bodyPr>
          <a:lstStyle>
            <a:lvl1pPr lvl="0" algn="l">
              <a:spcBef>
                <a:spcPts val="0"/>
              </a:spcBef>
              <a:spcAft>
                <a:spcPts val="0"/>
              </a:spcAft>
              <a:buSzPts val="5200"/>
              <a:buNone/>
              <a:defRPr sz="44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15100" y="3431125"/>
            <a:ext cx="4578900" cy="409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0" y="-176475"/>
            <a:ext cx="9405000" cy="5320025"/>
            <a:chOff x="0" y="-176475"/>
            <a:chExt cx="9405000" cy="5320025"/>
          </a:xfrm>
        </p:grpSpPr>
        <p:grpSp>
          <p:nvGrpSpPr>
            <p:cNvPr id="12" name="Google Shape;12;p2"/>
            <p:cNvGrpSpPr/>
            <p:nvPr/>
          </p:nvGrpSpPr>
          <p:grpSpPr>
            <a:xfrm>
              <a:off x="0" y="-176475"/>
              <a:ext cx="2226100" cy="874800"/>
              <a:chOff x="0" y="-176475"/>
              <a:chExt cx="2226100" cy="874800"/>
            </a:xfrm>
          </p:grpSpPr>
          <p:sp>
            <p:nvSpPr>
              <p:cNvPr id="13" name="Google Shape;13;p2"/>
              <p:cNvSpPr/>
              <p:nvPr/>
            </p:nvSpPr>
            <p:spPr>
              <a:xfrm>
                <a:off x="1351300" y="-176475"/>
                <a:ext cx="874800" cy="8748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14" name="Google Shape;14;p2"/>
              <p:cNvSpPr/>
              <p:nvPr/>
            </p:nvSpPr>
            <p:spPr>
              <a:xfrm>
                <a:off x="261000" y="130475"/>
                <a:ext cx="1237200" cy="2610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15" name="Google Shape;15;p2"/>
              <p:cNvCxnSpPr/>
              <p:nvPr/>
            </p:nvCxnSpPr>
            <p:spPr>
              <a:xfrm>
                <a:off x="0" y="260950"/>
                <a:ext cx="1789500" cy="0"/>
              </a:xfrm>
              <a:prstGeom prst="straightConnector1">
                <a:avLst/>
              </a:prstGeom>
              <a:noFill/>
              <a:ln w="19050" cap="flat" cmpd="sng">
                <a:solidFill>
                  <a:schemeClr val="dk1"/>
                </a:solidFill>
                <a:prstDash val="solid"/>
                <a:round/>
                <a:headEnd type="none" w="med" len="med"/>
                <a:tailEnd type="none" w="med" len="med"/>
              </a:ln>
            </p:spPr>
          </p:cxnSp>
        </p:grpSp>
        <p:grpSp>
          <p:nvGrpSpPr>
            <p:cNvPr id="16" name="Google Shape;16;p2"/>
            <p:cNvGrpSpPr/>
            <p:nvPr/>
          </p:nvGrpSpPr>
          <p:grpSpPr>
            <a:xfrm>
              <a:off x="7354500" y="4621550"/>
              <a:ext cx="2050500" cy="522000"/>
              <a:chOff x="7354500" y="4621550"/>
              <a:chExt cx="2050500" cy="522000"/>
            </a:xfrm>
          </p:grpSpPr>
          <p:sp>
            <p:nvSpPr>
              <p:cNvPr id="17" name="Google Shape;17;p2"/>
              <p:cNvSpPr/>
              <p:nvPr/>
            </p:nvSpPr>
            <p:spPr>
              <a:xfrm>
                <a:off x="8883000" y="4621550"/>
                <a:ext cx="522000" cy="5220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18" name="Google Shape;18;p2"/>
              <p:cNvSpPr/>
              <p:nvPr/>
            </p:nvSpPr>
            <p:spPr>
              <a:xfrm>
                <a:off x="7354500" y="4752025"/>
                <a:ext cx="261000" cy="261000"/>
              </a:xfrm>
              <a:prstGeom prst="diamond">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19" name="Google Shape;19;p2"/>
              <p:cNvCxnSpPr>
                <a:endCxn id="17" idx="6"/>
              </p:cNvCxnSpPr>
              <p:nvPr/>
            </p:nvCxnSpPr>
            <p:spPr>
              <a:xfrm>
                <a:off x="7354500" y="4882550"/>
                <a:ext cx="2050500" cy="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720000" y="2179625"/>
            <a:ext cx="7704000" cy="8418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2996550" y="1337825"/>
            <a:ext cx="31509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3" name="Google Shape;23;p3"/>
          <p:cNvSpPr txBox="1">
            <a:spLocks noGrp="1"/>
          </p:cNvSpPr>
          <p:nvPr>
            <p:ph type="subTitle" idx="1"/>
          </p:nvPr>
        </p:nvSpPr>
        <p:spPr>
          <a:xfrm>
            <a:off x="2391925" y="3132175"/>
            <a:ext cx="43602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4" name="Google Shape;24;p3"/>
          <p:cNvGrpSpPr/>
          <p:nvPr/>
        </p:nvGrpSpPr>
        <p:grpSpPr>
          <a:xfrm>
            <a:off x="0" y="-176475"/>
            <a:ext cx="9405000" cy="5320025"/>
            <a:chOff x="0" y="-176475"/>
            <a:chExt cx="9405000" cy="5320025"/>
          </a:xfrm>
        </p:grpSpPr>
        <p:grpSp>
          <p:nvGrpSpPr>
            <p:cNvPr id="25" name="Google Shape;25;p3"/>
            <p:cNvGrpSpPr/>
            <p:nvPr/>
          </p:nvGrpSpPr>
          <p:grpSpPr>
            <a:xfrm>
              <a:off x="0" y="-176475"/>
              <a:ext cx="2226100" cy="874800"/>
              <a:chOff x="0" y="-176475"/>
              <a:chExt cx="2226100" cy="874800"/>
            </a:xfrm>
          </p:grpSpPr>
          <p:sp>
            <p:nvSpPr>
              <p:cNvPr id="26" name="Google Shape;26;p3"/>
              <p:cNvSpPr/>
              <p:nvPr/>
            </p:nvSpPr>
            <p:spPr>
              <a:xfrm>
                <a:off x="1351300" y="-176475"/>
                <a:ext cx="874800" cy="8748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27" name="Google Shape;27;p3"/>
              <p:cNvSpPr/>
              <p:nvPr/>
            </p:nvSpPr>
            <p:spPr>
              <a:xfrm>
                <a:off x="261000" y="130475"/>
                <a:ext cx="1237200" cy="2610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28" name="Google Shape;28;p3"/>
              <p:cNvCxnSpPr/>
              <p:nvPr/>
            </p:nvCxnSpPr>
            <p:spPr>
              <a:xfrm>
                <a:off x="0" y="260950"/>
                <a:ext cx="1789500" cy="0"/>
              </a:xfrm>
              <a:prstGeom prst="straightConnector1">
                <a:avLst/>
              </a:prstGeom>
              <a:noFill/>
              <a:ln w="19050" cap="flat" cmpd="sng">
                <a:solidFill>
                  <a:schemeClr val="dk1"/>
                </a:solidFill>
                <a:prstDash val="solid"/>
                <a:round/>
                <a:headEnd type="none" w="med" len="med"/>
                <a:tailEnd type="none" w="med" len="med"/>
              </a:ln>
            </p:spPr>
          </p:cxnSp>
        </p:grpSp>
        <p:grpSp>
          <p:nvGrpSpPr>
            <p:cNvPr id="29" name="Google Shape;29;p3"/>
            <p:cNvGrpSpPr/>
            <p:nvPr/>
          </p:nvGrpSpPr>
          <p:grpSpPr>
            <a:xfrm>
              <a:off x="7354500" y="4621550"/>
              <a:ext cx="2050500" cy="522000"/>
              <a:chOff x="7354500" y="4621550"/>
              <a:chExt cx="2050500" cy="522000"/>
            </a:xfrm>
          </p:grpSpPr>
          <p:sp>
            <p:nvSpPr>
              <p:cNvPr id="30" name="Google Shape;30;p3"/>
              <p:cNvSpPr/>
              <p:nvPr/>
            </p:nvSpPr>
            <p:spPr>
              <a:xfrm>
                <a:off x="8883000" y="4621550"/>
                <a:ext cx="522000" cy="5220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31" name="Google Shape;31;p3"/>
              <p:cNvSpPr/>
              <p:nvPr/>
            </p:nvSpPr>
            <p:spPr>
              <a:xfrm>
                <a:off x="7354500" y="4752025"/>
                <a:ext cx="261000" cy="261000"/>
              </a:xfrm>
              <a:prstGeom prst="diamond">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32" name="Google Shape;32;p3"/>
              <p:cNvCxnSpPr>
                <a:endCxn id="30" idx="6"/>
              </p:cNvCxnSpPr>
              <p:nvPr/>
            </p:nvCxnSpPr>
            <p:spPr>
              <a:xfrm>
                <a:off x="7354500" y="4882550"/>
                <a:ext cx="2050500" cy="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3"/>
        <p:cNvGrpSpPr/>
        <p:nvPr/>
      </p:nvGrpSpPr>
      <p:grpSpPr>
        <a:xfrm>
          <a:off x="0" y="0"/>
          <a:ext cx="0" cy="0"/>
          <a:chOff x="0" y="0"/>
          <a:chExt cx="0" cy="0"/>
        </a:xfrm>
      </p:grpSpPr>
      <p:sp>
        <p:nvSpPr>
          <p:cNvPr id="44" name="Google Shape;44;p5"/>
          <p:cNvSpPr txBox="1">
            <a:spLocks noGrp="1"/>
          </p:cNvSpPr>
          <p:nvPr>
            <p:ph type="subTitle" idx="1"/>
          </p:nvPr>
        </p:nvSpPr>
        <p:spPr>
          <a:xfrm>
            <a:off x="1181425" y="2303125"/>
            <a:ext cx="2907600" cy="7134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Archivo"/>
              <a:buNone/>
              <a:defRPr sz="2400" b="1">
                <a:solidFill>
                  <a:schemeClr val="dk1"/>
                </a:solidFill>
                <a:latin typeface="Archivo"/>
                <a:ea typeface="Archivo"/>
                <a:cs typeface="Archivo"/>
                <a:sym typeface="Archivo"/>
              </a:defRPr>
            </a:lvl1pPr>
            <a:lvl2pPr lvl="1" algn="ctr">
              <a:lnSpc>
                <a:spcPct val="100000"/>
              </a:lnSpc>
              <a:spcBef>
                <a:spcPts val="0"/>
              </a:spcBef>
              <a:spcAft>
                <a:spcPts val="0"/>
              </a:spcAft>
              <a:buClr>
                <a:schemeClr val="dk1"/>
              </a:buClr>
              <a:buSzPts val="2400"/>
              <a:buFont typeface="Archivo"/>
              <a:buNone/>
              <a:defRPr sz="2400" b="1">
                <a:solidFill>
                  <a:schemeClr val="dk1"/>
                </a:solidFill>
                <a:latin typeface="Archivo"/>
                <a:ea typeface="Archivo"/>
                <a:cs typeface="Archivo"/>
                <a:sym typeface="Archivo"/>
              </a:defRPr>
            </a:lvl2pPr>
            <a:lvl3pPr lvl="2" algn="ctr">
              <a:lnSpc>
                <a:spcPct val="100000"/>
              </a:lnSpc>
              <a:spcBef>
                <a:spcPts val="0"/>
              </a:spcBef>
              <a:spcAft>
                <a:spcPts val="0"/>
              </a:spcAft>
              <a:buClr>
                <a:schemeClr val="dk1"/>
              </a:buClr>
              <a:buSzPts val="2400"/>
              <a:buFont typeface="Archivo"/>
              <a:buNone/>
              <a:defRPr sz="2400" b="1">
                <a:solidFill>
                  <a:schemeClr val="dk1"/>
                </a:solidFill>
                <a:latin typeface="Archivo"/>
                <a:ea typeface="Archivo"/>
                <a:cs typeface="Archivo"/>
                <a:sym typeface="Archivo"/>
              </a:defRPr>
            </a:lvl3pPr>
            <a:lvl4pPr lvl="3" algn="ctr">
              <a:lnSpc>
                <a:spcPct val="100000"/>
              </a:lnSpc>
              <a:spcBef>
                <a:spcPts val="0"/>
              </a:spcBef>
              <a:spcAft>
                <a:spcPts val="0"/>
              </a:spcAft>
              <a:buClr>
                <a:schemeClr val="dk1"/>
              </a:buClr>
              <a:buSzPts val="2400"/>
              <a:buFont typeface="Archivo"/>
              <a:buNone/>
              <a:defRPr sz="2400" b="1">
                <a:solidFill>
                  <a:schemeClr val="dk1"/>
                </a:solidFill>
                <a:latin typeface="Archivo"/>
                <a:ea typeface="Archivo"/>
                <a:cs typeface="Archivo"/>
                <a:sym typeface="Archivo"/>
              </a:defRPr>
            </a:lvl4pPr>
            <a:lvl5pPr lvl="4" algn="ctr">
              <a:lnSpc>
                <a:spcPct val="100000"/>
              </a:lnSpc>
              <a:spcBef>
                <a:spcPts val="0"/>
              </a:spcBef>
              <a:spcAft>
                <a:spcPts val="0"/>
              </a:spcAft>
              <a:buClr>
                <a:schemeClr val="dk1"/>
              </a:buClr>
              <a:buSzPts val="2400"/>
              <a:buFont typeface="Archivo"/>
              <a:buNone/>
              <a:defRPr sz="2400" b="1">
                <a:solidFill>
                  <a:schemeClr val="dk1"/>
                </a:solidFill>
                <a:latin typeface="Archivo"/>
                <a:ea typeface="Archivo"/>
                <a:cs typeface="Archivo"/>
                <a:sym typeface="Archivo"/>
              </a:defRPr>
            </a:lvl5pPr>
            <a:lvl6pPr lvl="5" algn="ctr">
              <a:lnSpc>
                <a:spcPct val="100000"/>
              </a:lnSpc>
              <a:spcBef>
                <a:spcPts val="0"/>
              </a:spcBef>
              <a:spcAft>
                <a:spcPts val="0"/>
              </a:spcAft>
              <a:buClr>
                <a:schemeClr val="dk1"/>
              </a:buClr>
              <a:buSzPts val="2400"/>
              <a:buFont typeface="Archivo"/>
              <a:buNone/>
              <a:defRPr sz="2400" b="1">
                <a:solidFill>
                  <a:schemeClr val="dk1"/>
                </a:solidFill>
                <a:latin typeface="Archivo"/>
                <a:ea typeface="Archivo"/>
                <a:cs typeface="Archivo"/>
                <a:sym typeface="Archivo"/>
              </a:defRPr>
            </a:lvl6pPr>
            <a:lvl7pPr lvl="6" algn="ctr">
              <a:lnSpc>
                <a:spcPct val="100000"/>
              </a:lnSpc>
              <a:spcBef>
                <a:spcPts val="0"/>
              </a:spcBef>
              <a:spcAft>
                <a:spcPts val="0"/>
              </a:spcAft>
              <a:buClr>
                <a:schemeClr val="dk1"/>
              </a:buClr>
              <a:buSzPts val="2400"/>
              <a:buFont typeface="Archivo"/>
              <a:buNone/>
              <a:defRPr sz="2400" b="1">
                <a:solidFill>
                  <a:schemeClr val="dk1"/>
                </a:solidFill>
                <a:latin typeface="Archivo"/>
                <a:ea typeface="Archivo"/>
                <a:cs typeface="Archivo"/>
                <a:sym typeface="Archivo"/>
              </a:defRPr>
            </a:lvl7pPr>
            <a:lvl8pPr lvl="7" algn="ctr">
              <a:lnSpc>
                <a:spcPct val="100000"/>
              </a:lnSpc>
              <a:spcBef>
                <a:spcPts val="0"/>
              </a:spcBef>
              <a:spcAft>
                <a:spcPts val="0"/>
              </a:spcAft>
              <a:buClr>
                <a:schemeClr val="dk1"/>
              </a:buClr>
              <a:buSzPts val="2400"/>
              <a:buFont typeface="Archivo"/>
              <a:buNone/>
              <a:defRPr sz="2400" b="1">
                <a:solidFill>
                  <a:schemeClr val="dk1"/>
                </a:solidFill>
                <a:latin typeface="Archivo"/>
                <a:ea typeface="Archivo"/>
                <a:cs typeface="Archivo"/>
                <a:sym typeface="Archivo"/>
              </a:defRPr>
            </a:lvl8pPr>
            <a:lvl9pPr lvl="8" algn="ctr">
              <a:lnSpc>
                <a:spcPct val="100000"/>
              </a:lnSpc>
              <a:spcBef>
                <a:spcPts val="0"/>
              </a:spcBef>
              <a:spcAft>
                <a:spcPts val="0"/>
              </a:spcAft>
              <a:buClr>
                <a:schemeClr val="dk1"/>
              </a:buClr>
              <a:buSzPts val="2400"/>
              <a:buFont typeface="Archivo"/>
              <a:buNone/>
              <a:defRPr sz="2400" b="1">
                <a:solidFill>
                  <a:schemeClr val="dk1"/>
                </a:solidFill>
                <a:latin typeface="Archivo"/>
                <a:ea typeface="Archivo"/>
                <a:cs typeface="Archivo"/>
                <a:sym typeface="Archivo"/>
              </a:defRPr>
            </a:lvl9pPr>
          </a:lstStyle>
          <a:p>
            <a:endParaRPr/>
          </a:p>
        </p:txBody>
      </p:sp>
      <p:sp>
        <p:nvSpPr>
          <p:cNvPr id="45" name="Google Shape;45;p5"/>
          <p:cNvSpPr txBox="1">
            <a:spLocks noGrp="1"/>
          </p:cNvSpPr>
          <p:nvPr>
            <p:ph type="subTitle" idx="2"/>
          </p:nvPr>
        </p:nvSpPr>
        <p:spPr>
          <a:xfrm>
            <a:off x="4836300" y="2303125"/>
            <a:ext cx="2907600" cy="713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Archivo"/>
              <a:buNone/>
              <a:defRPr sz="2400" b="1">
                <a:solidFill>
                  <a:schemeClr val="dk1"/>
                </a:solidFill>
                <a:latin typeface="Archivo"/>
                <a:ea typeface="Archivo"/>
                <a:cs typeface="Archivo"/>
                <a:sym typeface="Archivo"/>
              </a:defRPr>
            </a:lvl1pPr>
            <a:lvl2pPr lvl="1" algn="ctr" rtl="0">
              <a:lnSpc>
                <a:spcPct val="100000"/>
              </a:lnSpc>
              <a:spcBef>
                <a:spcPts val="0"/>
              </a:spcBef>
              <a:spcAft>
                <a:spcPts val="0"/>
              </a:spcAft>
              <a:buClr>
                <a:schemeClr val="dk1"/>
              </a:buClr>
              <a:buSzPts val="2400"/>
              <a:buFont typeface="Archivo"/>
              <a:buNone/>
              <a:defRPr sz="2400" b="1">
                <a:solidFill>
                  <a:schemeClr val="dk1"/>
                </a:solidFill>
                <a:latin typeface="Archivo"/>
                <a:ea typeface="Archivo"/>
                <a:cs typeface="Archivo"/>
                <a:sym typeface="Archivo"/>
              </a:defRPr>
            </a:lvl2pPr>
            <a:lvl3pPr lvl="2" algn="ctr" rtl="0">
              <a:lnSpc>
                <a:spcPct val="100000"/>
              </a:lnSpc>
              <a:spcBef>
                <a:spcPts val="0"/>
              </a:spcBef>
              <a:spcAft>
                <a:spcPts val="0"/>
              </a:spcAft>
              <a:buClr>
                <a:schemeClr val="dk1"/>
              </a:buClr>
              <a:buSzPts val="2400"/>
              <a:buFont typeface="Archivo"/>
              <a:buNone/>
              <a:defRPr sz="2400" b="1">
                <a:solidFill>
                  <a:schemeClr val="dk1"/>
                </a:solidFill>
                <a:latin typeface="Archivo"/>
                <a:ea typeface="Archivo"/>
                <a:cs typeface="Archivo"/>
                <a:sym typeface="Archivo"/>
              </a:defRPr>
            </a:lvl3pPr>
            <a:lvl4pPr lvl="3" algn="ctr" rtl="0">
              <a:lnSpc>
                <a:spcPct val="100000"/>
              </a:lnSpc>
              <a:spcBef>
                <a:spcPts val="0"/>
              </a:spcBef>
              <a:spcAft>
                <a:spcPts val="0"/>
              </a:spcAft>
              <a:buClr>
                <a:schemeClr val="dk1"/>
              </a:buClr>
              <a:buSzPts val="2400"/>
              <a:buFont typeface="Archivo"/>
              <a:buNone/>
              <a:defRPr sz="2400" b="1">
                <a:solidFill>
                  <a:schemeClr val="dk1"/>
                </a:solidFill>
                <a:latin typeface="Archivo"/>
                <a:ea typeface="Archivo"/>
                <a:cs typeface="Archivo"/>
                <a:sym typeface="Archivo"/>
              </a:defRPr>
            </a:lvl4pPr>
            <a:lvl5pPr lvl="4" algn="ctr" rtl="0">
              <a:lnSpc>
                <a:spcPct val="100000"/>
              </a:lnSpc>
              <a:spcBef>
                <a:spcPts val="0"/>
              </a:spcBef>
              <a:spcAft>
                <a:spcPts val="0"/>
              </a:spcAft>
              <a:buClr>
                <a:schemeClr val="dk1"/>
              </a:buClr>
              <a:buSzPts val="2400"/>
              <a:buFont typeface="Archivo"/>
              <a:buNone/>
              <a:defRPr sz="2400" b="1">
                <a:solidFill>
                  <a:schemeClr val="dk1"/>
                </a:solidFill>
                <a:latin typeface="Archivo"/>
                <a:ea typeface="Archivo"/>
                <a:cs typeface="Archivo"/>
                <a:sym typeface="Archivo"/>
              </a:defRPr>
            </a:lvl5pPr>
            <a:lvl6pPr lvl="5" algn="ctr" rtl="0">
              <a:lnSpc>
                <a:spcPct val="100000"/>
              </a:lnSpc>
              <a:spcBef>
                <a:spcPts val="0"/>
              </a:spcBef>
              <a:spcAft>
                <a:spcPts val="0"/>
              </a:spcAft>
              <a:buClr>
                <a:schemeClr val="dk1"/>
              </a:buClr>
              <a:buSzPts val="2400"/>
              <a:buFont typeface="Archivo"/>
              <a:buNone/>
              <a:defRPr sz="2400" b="1">
                <a:solidFill>
                  <a:schemeClr val="dk1"/>
                </a:solidFill>
                <a:latin typeface="Archivo"/>
                <a:ea typeface="Archivo"/>
                <a:cs typeface="Archivo"/>
                <a:sym typeface="Archivo"/>
              </a:defRPr>
            </a:lvl6pPr>
            <a:lvl7pPr lvl="6" algn="ctr" rtl="0">
              <a:lnSpc>
                <a:spcPct val="100000"/>
              </a:lnSpc>
              <a:spcBef>
                <a:spcPts val="0"/>
              </a:spcBef>
              <a:spcAft>
                <a:spcPts val="0"/>
              </a:spcAft>
              <a:buClr>
                <a:schemeClr val="dk1"/>
              </a:buClr>
              <a:buSzPts val="2400"/>
              <a:buFont typeface="Archivo"/>
              <a:buNone/>
              <a:defRPr sz="2400" b="1">
                <a:solidFill>
                  <a:schemeClr val="dk1"/>
                </a:solidFill>
                <a:latin typeface="Archivo"/>
                <a:ea typeface="Archivo"/>
                <a:cs typeface="Archivo"/>
                <a:sym typeface="Archivo"/>
              </a:defRPr>
            </a:lvl7pPr>
            <a:lvl8pPr lvl="7" algn="ctr" rtl="0">
              <a:lnSpc>
                <a:spcPct val="100000"/>
              </a:lnSpc>
              <a:spcBef>
                <a:spcPts val="0"/>
              </a:spcBef>
              <a:spcAft>
                <a:spcPts val="0"/>
              </a:spcAft>
              <a:buClr>
                <a:schemeClr val="dk1"/>
              </a:buClr>
              <a:buSzPts val="2400"/>
              <a:buFont typeface="Archivo"/>
              <a:buNone/>
              <a:defRPr sz="2400" b="1">
                <a:solidFill>
                  <a:schemeClr val="dk1"/>
                </a:solidFill>
                <a:latin typeface="Archivo"/>
                <a:ea typeface="Archivo"/>
                <a:cs typeface="Archivo"/>
                <a:sym typeface="Archivo"/>
              </a:defRPr>
            </a:lvl8pPr>
            <a:lvl9pPr lvl="8" algn="ctr" rtl="0">
              <a:lnSpc>
                <a:spcPct val="100000"/>
              </a:lnSpc>
              <a:spcBef>
                <a:spcPts val="0"/>
              </a:spcBef>
              <a:spcAft>
                <a:spcPts val="0"/>
              </a:spcAft>
              <a:buClr>
                <a:schemeClr val="dk1"/>
              </a:buClr>
              <a:buSzPts val="2400"/>
              <a:buFont typeface="Archivo"/>
              <a:buNone/>
              <a:defRPr sz="2400" b="1">
                <a:solidFill>
                  <a:schemeClr val="dk1"/>
                </a:solidFill>
                <a:latin typeface="Archivo"/>
                <a:ea typeface="Archivo"/>
                <a:cs typeface="Archivo"/>
                <a:sym typeface="Archivo"/>
              </a:defRPr>
            </a:lvl9pPr>
          </a:lstStyle>
          <a:p>
            <a:endParaRPr/>
          </a:p>
        </p:txBody>
      </p:sp>
      <p:sp>
        <p:nvSpPr>
          <p:cNvPr id="46" name="Google Shape;46;p5"/>
          <p:cNvSpPr txBox="1">
            <a:spLocks noGrp="1"/>
          </p:cNvSpPr>
          <p:nvPr>
            <p:ph type="subTitle" idx="3"/>
          </p:nvPr>
        </p:nvSpPr>
        <p:spPr>
          <a:xfrm>
            <a:off x="1181425" y="2917150"/>
            <a:ext cx="29076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7" name="Google Shape;47;p5"/>
          <p:cNvSpPr txBox="1">
            <a:spLocks noGrp="1"/>
          </p:cNvSpPr>
          <p:nvPr>
            <p:ph type="subTitle" idx="4"/>
          </p:nvPr>
        </p:nvSpPr>
        <p:spPr>
          <a:xfrm>
            <a:off x="4836300" y="2917150"/>
            <a:ext cx="29076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8" name="Google Shape;48;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49" name="Google Shape;49;p5"/>
          <p:cNvGrpSpPr/>
          <p:nvPr/>
        </p:nvGrpSpPr>
        <p:grpSpPr>
          <a:xfrm>
            <a:off x="227100" y="-187650"/>
            <a:ext cx="8916900" cy="5331250"/>
            <a:chOff x="227100" y="-187650"/>
            <a:chExt cx="8916900" cy="5331250"/>
          </a:xfrm>
        </p:grpSpPr>
        <p:grpSp>
          <p:nvGrpSpPr>
            <p:cNvPr id="50" name="Google Shape;50;p5"/>
            <p:cNvGrpSpPr/>
            <p:nvPr/>
          </p:nvGrpSpPr>
          <p:grpSpPr>
            <a:xfrm>
              <a:off x="7354489" y="4621600"/>
              <a:ext cx="1789511" cy="522000"/>
              <a:chOff x="7354489" y="4621600"/>
              <a:chExt cx="1789511" cy="522000"/>
            </a:xfrm>
          </p:grpSpPr>
          <p:sp>
            <p:nvSpPr>
              <p:cNvPr id="51" name="Google Shape;51;p5"/>
              <p:cNvSpPr/>
              <p:nvPr/>
            </p:nvSpPr>
            <p:spPr>
              <a:xfrm>
                <a:off x="7354489" y="4621600"/>
                <a:ext cx="522000" cy="522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52" name="Google Shape;52;p5"/>
              <p:cNvSpPr/>
              <p:nvPr/>
            </p:nvSpPr>
            <p:spPr>
              <a:xfrm>
                <a:off x="7484925" y="4752049"/>
                <a:ext cx="261000" cy="261000"/>
              </a:xfrm>
              <a:prstGeom prst="diamond">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53" name="Google Shape;53;p5"/>
              <p:cNvSpPr/>
              <p:nvPr/>
            </p:nvSpPr>
            <p:spPr>
              <a:xfrm>
                <a:off x="8883000" y="4752050"/>
                <a:ext cx="261000" cy="261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54" name="Google Shape;54;p5"/>
              <p:cNvCxnSpPr/>
              <p:nvPr/>
            </p:nvCxnSpPr>
            <p:spPr>
              <a:xfrm>
                <a:off x="7354500" y="4882550"/>
                <a:ext cx="1789500" cy="0"/>
              </a:xfrm>
              <a:prstGeom prst="straightConnector1">
                <a:avLst/>
              </a:prstGeom>
              <a:noFill/>
              <a:ln w="19050" cap="flat" cmpd="sng">
                <a:solidFill>
                  <a:schemeClr val="dk1"/>
                </a:solidFill>
                <a:prstDash val="solid"/>
                <a:round/>
                <a:headEnd type="none" w="med" len="med"/>
                <a:tailEnd type="none" w="med" len="med"/>
              </a:ln>
            </p:spPr>
          </p:cxnSp>
        </p:grpSp>
        <p:grpSp>
          <p:nvGrpSpPr>
            <p:cNvPr id="55" name="Google Shape;55;p5"/>
            <p:cNvGrpSpPr/>
            <p:nvPr/>
          </p:nvGrpSpPr>
          <p:grpSpPr>
            <a:xfrm>
              <a:off x="227100" y="-187650"/>
              <a:ext cx="261000" cy="1977150"/>
              <a:chOff x="227100" y="-187650"/>
              <a:chExt cx="261000" cy="1977150"/>
            </a:xfrm>
          </p:grpSpPr>
          <p:sp>
            <p:nvSpPr>
              <p:cNvPr id="56" name="Google Shape;56;p5"/>
              <p:cNvSpPr/>
              <p:nvPr/>
            </p:nvSpPr>
            <p:spPr>
              <a:xfrm rot="5400000">
                <a:off x="-261000" y="300450"/>
                <a:ext cx="1237200" cy="261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57" name="Google Shape;57;p5"/>
              <p:cNvSpPr/>
              <p:nvPr/>
            </p:nvSpPr>
            <p:spPr>
              <a:xfrm>
                <a:off x="227100" y="1528500"/>
                <a:ext cx="261000" cy="261000"/>
              </a:xfrm>
              <a:prstGeom prst="diamond">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58" name="Google Shape;58;p5"/>
              <p:cNvCxnSpPr/>
              <p:nvPr/>
            </p:nvCxnSpPr>
            <p:spPr>
              <a:xfrm>
                <a:off x="357600" y="0"/>
                <a:ext cx="0" cy="178950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9"/>
        <p:cNvGrpSpPr/>
        <p:nvPr/>
      </p:nvGrpSpPr>
      <p:grpSpPr>
        <a:xfrm>
          <a:off x="0" y="0"/>
          <a:ext cx="0" cy="0"/>
          <a:chOff x="0" y="0"/>
          <a:chExt cx="0" cy="0"/>
        </a:xfrm>
      </p:grpSpPr>
      <p:sp>
        <p:nvSpPr>
          <p:cNvPr id="60" name="Google Shape;60;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endParaRPr/>
          </a:p>
        </p:txBody>
      </p:sp>
      <p:grpSp>
        <p:nvGrpSpPr>
          <p:cNvPr id="61" name="Google Shape;61;p6"/>
          <p:cNvGrpSpPr/>
          <p:nvPr/>
        </p:nvGrpSpPr>
        <p:grpSpPr>
          <a:xfrm>
            <a:off x="-630975" y="136950"/>
            <a:ext cx="9778750" cy="5006554"/>
            <a:chOff x="-630975" y="136950"/>
            <a:chExt cx="9778750" cy="5006554"/>
          </a:xfrm>
        </p:grpSpPr>
        <p:grpSp>
          <p:nvGrpSpPr>
            <p:cNvPr id="62" name="Google Shape;62;p6"/>
            <p:cNvGrpSpPr/>
            <p:nvPr/>
          </p:nvGrpSpPr>
          <p:grpSpPr>
            <a:xfrm rot="5400000">
              <a:off x="7966673" y="3962402"/>
              <a:ext cx="1789504" cy="572700"/>
              <a:chOff x="7354496" y="4596170"/>
              <a:chExt cx="1789504" cy="572700"/>
            </a:xfrm>
          </p:grpSpPr>
          <p:sp>
            <p:nvSpPr>
              <p:cNvPr id="63" name="Google Shape;63;p6"/>
              <p:cNvSpPr/>
              <p:nvPr/>
            </p:nvSpPr>
            <p:spPr>
              <a:xfrm rot="-5400000">
                <a:off x="7354496" y="4596170"/>
                <a:ext cx="572700" cy="5727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64" name="Google Shape;64;p6"/>
              <p:cNvSpPr/>
              <p:nvPr/>
            </p:nvSpPr>
            <p:spPr>
              <a:xfrm>
                <a:off x="7510350" y="4752049"/>
                <a:ext cx="261000" cy="261000"/>
              </a:xfrm>
              <a:prstGeom prst="diamond">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65" name="Google Shape;65;p6"/>
              <p:cNvSpPr/>
              <p:nvPr/>
            </p:nvSpPr>
            <p:spPr>
              <a:xfrm>
                <a:off x="8883000" y="4752050"/>
                <a:ext cx="261000" cy="261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66" name="Google Shape;66;p6"/>
              <p:cNvCxnSpPr/>
              <p:nvPr/>
            </p:nvCxnSpPr>
            <p:spPr>
              <a:xfrm>
                <a:off x="7354500" y="4882550"/>
                <a:ext cx="1789500" cy="0"/>
              </a:xfrm>
              <a:prstGeom prst="straightConnector1">
                <a:avLst/>
              </a:prstGeom>
              <a:noFill/>
              <a:ln w="19050" cap="flat" cmpd="sng">
                <a:solidFill>
                  <a:schemeClr val="dk1"/>
                </a:solidFill>
                <a:prstDash val="solid"/>
                <a:round/>
                <a:headEnd type="none" w="med" len="med"/>
                <a:tailEnd type="none" w="med" len="med"/>
              </a:ln>
            </p:spPr>
          </p:cxnSp>
        </p:grpSp>
        <p:grpSp>
          <p:nvGrpSpPr>
            <p:cNvPr id="67" name="Google Shape;67;p6"/>
            <p:cNvGrpSpPr/>
            <p:nvPr/>
          </p:nvGrpSpPr>
          <p:grpSpPr>
            <a:xfrm rot="-5400000">
              <a:off x="227100" y="-721125"/>
              <a:ext cx="261000" cy="1977150"/>
              <a:chOff x="227100" y="-187650"/>
              <a:chExt cx="261000" cy="1977150"/>
            </a:xfrm>
          </p:grpSpPr>
          <p:sp>
            <p:nvSpPr>
              <p:cNvPr id="68" name="Google Shape;68;p6"/>
              <p:cNvSpPr/>
              <p:nvPr/>
            </p:nvSpPr>
            <p:spPr>
              <a:xfrm rot="5400000">
                <a:off x="-261000" y="300450"/>
                <a:ext cx="1237200" cy="2610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69" name="Google Shape;69;p6"/>
              <p:cNvSpPr/>
              <p:nvPr/>
            </p:nvSpPr>
            <p:spPr>
              <a:xfrm>
                <a:off x="227100" y="1528500"/>
                <a:ext cx="261000" cy="261000"/>
              </a:xfrm>
              <a:prstGeom prst="diamond">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70" name="Google Shape;70;p6"/>
              <p:cNvCxnSpPr/>
              <p:nvPr/>
            </p:nvCxnSpPr>
            <p:spPr>
              <a:xfrm>
                <a:off x="357600" y="0"/>
                <a:ext cx="0" cy="178950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1"/>
        <p:cNvGrpSpPr/>
        <p:nvPr/>
      </p:nvGrpSpPr>
      <p:grpSpPr>
        <a:xfrm>
          <a:off x="0" y="0"/>
          <a:ext cx="0" cy="0"/>
          <a:chOff x="0" y="0"/>
          <a:chExt cx="0" cy="0"/>
        </a:xfrm>
      </p:grpSpPr>
      <p:sp>
        <p:nvSpPr>
          <p:cNvPr id="72" name="Google Shape;72;p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3" name="Google Shape;73;p7"/>
          <p:cNvSpPr txBox="1">
            <a:spLocks noGrp="1"/>
          </p:cNvSpPr>
          <p:nvPr>
            <p:ph type="body" idx="1"/>
          </p:nvPr>
        </p:nvSpPr>
        <p:spPr>
          <a:xfrm>
            <a:off x="720000" y="1152475"/>
            <a:ext cx="3322200" cy="34164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rgbClr val="434343"/>
              </a:buClr>
              <a:buSzPts val="1400"/>
              <a:buChar char="●"/>
              <a:defRPr sz="1400">
                <a:solidFill>
                  <a:srgbClr val="434343"/>
                </a:solidFill>
              </a:defRPr>
            </a:lvl1pPr>
            <a:lvl2pPr marL="914400" lvl="1" indent="-317500" rtl="0">
              <a:lnSpc>
                <a:spcPct val="115000"/>
              </a:lnSpc>
              <a:spcBef>
                <a:spcPts val="0"/>
              </a:spcBef>
              <a:spcAft>
                <a:spcPts val="0"/>
              </a:spcAft>
              <a:buClr>
                <a:srgbClr val="434343"/>
              </a:buClr>
              <a:buSzPts val="1400"/>
              <a:buChar char="○"/>
              <a:defRPr>
                <a:solidFill>
                  <a:srgbClr val="434343"/>
                </a:solidFill>
              </a:defRPr>
            </a:lvl2pPr>
            <a:lvl3pPr marL="1371600" lvl="2" indent="-317500" rtl="0">
              <a:lnSpc>
                <a:spcPct val="115000"/>
              </a:lnSpc>
              <a:spcBef>
                <a:spcPts val="0"/>
              </a:spcBef>
              <a:spcAft>
                <a:spcPts val="0"/>
              </a:spcAft>
              <a:buClr>
                <a:srgbClr val="434343"/>
              </a:buClr>
              <a:buSzPts val="1400"/>
              <a:buChar char="■"/>
              <a:defRPr>
                <a:solidFill>
                  <a:srgbClr val="434343"/>
                </a:solidFill>
              </a:defRPr>
            </a:lvl3pPr>
            <a:lvl4pPr marL="1828800" lvl="3" indent="-317500" rtl="0">
              <a:lnSpc>
                <a:spcPct val="115000"/>
              </a:lnSpc>
              <a:spcBef>
                <a:spcPts val="0"/>
              </a:spcBef>
              <a:spcAft>
                <a:spcPts val="0"/>
              </a:spcAft>
              <a:buClr>
                <a:srgbClr val="434343"/>
              </a:buClr>
              <a:buSzPts val="1400"/>
              <a:buChar char="●"/>
              <a:defRPr>
                <a:solidFill>
                  <a:srgbClr val="434343"/>
                </a:solidFill>
              </a:defRPr>
            </a:lvl4pPr>
            <a:lvl5pPr marL="2286000" lvl="4" indent="-317500" rtl="0">
              <a:lnSpc>
                <a:spcPct val="115000"/>
              </a:lnSpc>
              <a:spcBef>
                <a:spcPts val="0"/>
              </a:spcBef>
              <a:spcAft>
                <a:spcPts val="0"/>
              </a:spcAft>
              <a:buClr>
                <a:srgbClr val="434343"/>
              </a:buClr>
              <a:buSzPts val="1400"/>
              <a:buChar char="○"/>
              <a:defRPr>
                <a:solidFill>
                  <a:srgbClr val="434343"/>
                </a:solidFill>
              </a:defRPr>
            </a:lvl5pPr>
            <a:lvl6pPr marL="2743200" lvl="5" indent="-317500" rtl="0">
              <a:lnSpc>
                <a:spcPct val="115000"/>
              </a:lnSpc>
              <a:spcBef>
                <a:spcPts val="0"/>
              </a:spcBef>
              <a:spcAft>
                <a:spcPts val="0"/>
              </a:spcAft>
              <a:buClr>
                <a:srgbClr val="434343"/>
              </a:buClr>
              <a:buSzPts val="1400"/>
              <a:buChar char="■"/>
              <a:defRPr>
                <a:solidFill>
                  <a:srgbClr val="434343"/>
                </a:solidFill>
              </a:defRPr>
            </a:lvl6pPr>
            <a:lvl7pPr marL="3200400" lvl="6" indent="-317500" rtl="0">
              <a:lnSpc>
                <a:spcPct val="115000"/>
              </a:lnSpc>
              <a:spcBef>
                <a:spcPts val="0"/>
              </a:spcBef>
              <a:spcAft>
                <a:spcPts val="0"/>
              </a:spcAft>
              <a:buClr>
                <a:srgbClr val="434343"/>
              </a:buClr>
              <a:buSzPts val="1400"/>
              <a:buChar char="●"/>
              <a:defRPr>
                <a:solidFill>
                  <a:srgbClr val="434343"/>
                </a:solidFill>
              </a:defRPr>
            </a:lvl7pPr>
            <a:lvl8pPr marL="3657600" lvl="7" indent="-317500" rtl="0">
              <a:lnSpc>
                <a:spcPct val="115000"/>
              </a:lnSpc>
              <a:spcBef>
                <a:spcPts val="0"/>
              </a:spcBef>
              <a:spcAft>
                <a:spcPts val="0"/>
              </a:spcAft>
              <a:buClr>
                <a:srgbClr val="434343"/>
              </a:buClr>
              <a:buSzPts val="1400"/>
              <a:buChar char="○"/>
              <a:defRPr>
                <a:solidFill>
                  <a:srgbClr val="434343"/>
                </a:solidFill>
              </a:defRPr>
            </a:lvl8pPr>
            <a:lvl9pPr marL="4114800" lvl="8" indent="-317500" rtl="0">
              <a:lnSpc>
                <a:spcPct val="115000"/>
              </a:lnSpc>
              <a:spcBef>
                <a:spcPts val="0"/>
              </a:spcBef>
              <a:spcAft>
                <a:spcPts val="0"/>
              </a:spcAft>
              <a:buClr>
                <a:srgbClr val="434343"/>
              </a:buClr>
              <a:buSzPts val="1400"/>
              <a:buChar char="■"/>
              <a:defRPr>
                <a:solidFill>
                  <a:srgbClr val="434343"/>
                </a:solidFill>
              </a:defRPr>
            </a:lvl9pPr>
          </a:lstStyle>
          <a:p>
            <a:endParaRPr/>
          </a:p>
        </p:txBody>
      </p:sp>
      <p:grpSp>
        <p:nvGrpSpPr>
          <p:cNvPr id="74" name="Google Shape;74;p7"/>
          <p:cNvGrpSpPr/>
          <p:nvPr/>
        </p:nvGrpSpPr>
        <p:grpSpPr>
          <a:xfrm>
            <a:off x="-630975" y="136950"/>
            <a:ext cx="9929770" cy="5006554"/>
            <a:chOff x="-630975" y="136950"/>
            <a:chExt cx="9929770" cy="5006554"/>
          </a:xfrm>
        </p:grpSpPr>
        <p:grpSp>
          <p:nvGrpSpPr>
            <p:cNvPr id="75" name="Google Shape;75;p7"/>
            <p:cNvGrpSpPr/>
            <p:nvPr/>
          </p:nvGrpSpPr>
          <p:grpSpPr>
            <a:xfrm rot="5400000">
              <a:off x="7966640" y="3811349"/>
              <a:ext cx="1789510" cy="874800"/>
              <a:chOff x="7354490" y="4445149"/>
              <a:chExt cx="1789510" cy="874800"/>
            </a:xfrm>
          </p:grpSpPr>
          <p:sp>
            <p:nvSpPr>
              <p:cNvPr id="76" name="Google Shape;76;p7"/>
              <p:cNvSpPr/>
              <p:nvPr/>
            </p:nvSpPr>
            <p:spPr>
              <a:xfrm>
                <a:off x="7354490" y="4445149"/>
                <a:ext cx="874800" cy="8748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77" name="Google Shape;77;p7"/>
              <p:cNvSpPr/>
              <p:nvPr/>
            </p:nvSpPr>
            <p:spPr>
              <a:xfrm>
                <a:off x="7661375" y="4752049"/>
                <a:ext cx="261000" cy="261000"/>
              </a:xfrm>
              <a:prstGeom prst="diamond">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78" name="Google Shape;78;p7"/>
              <p:cNvSpPr/>
              <p:nvPr/>
            </p:nvSpPr>
            <p:spPr>
              <a:xfrm>
                <a:off x="8883000" y="4752050"/>
                <a:ext cx="261000" cy="261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79" name="Google Shape;79;p7"/>
              <p:cNvCxnSpPr/>
              <p:nvPr/>
            </p:nvCxnSpPr>
            <p:spPr>
              <a:xfrm>
                <a:off x="7354500" y="4882550"/>
                <a:ext cx="1789500" cy="0"/>
              </a:xfrm>
              <a:prstGeom prst="straightConnector1">
                <a:avLst/>
              </a:prstGeom>
              <a:noFill/>
              <a:ln w="19050" cap="flat" cmpd="sng">
                <a:solidFill>
                  <a:schemeClr val="dk1"/>
                </a:solidFill>
                <a:prstDash val="solid"/>
                <a:round/>
                <a:headEnd type="none" w="med" len="med"/>
                <a:tailEnd type="none" w="med" len="med"/>
              </a:ln>
            </p:spPr>
          </p:cxnSp>
        </p:grpSp>
        <p:grpSp>
          <p:nvGrpSpPr>
            <p:cNvPr id="80" name="Google Shape;80;p7"/>
            <p:cNvGrpSpPr/>
            <p:nvPr/>
          </p:nvGrpSpPr>
          <p:grpSpPr>
            <a:xfrm rot="-5400000">
              <a:off x="227100" y="-721125"/>
              <a:ext cx="261000" cy="1977150"/>
              <a:chOff x="227100" y="-187650"/>
              <a:chExt cx="261000" cy="1977150"/>
            </a:xfrm>
          </p:grpSpPr>
          <p:sp>
            <p:nvSpPr>
              <p:cNvPr id="81" name="Google Shape;81;p7"/>
              <p:cNvSpPr/>
              <p:nvPr/>
            </p:nvSpPr>
            <p:spPr>
              <a:xfrm rot="5400000">
                <a:off x="-261000" y="300450"/>
                <a:ext cx="1237200" cy="2610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82" name="Google Shape;82;p7"/>
              <p:cNvSpPr/>
              <p:nvPr/>
            </p:nvSpPr>
            <p:spPr>
              <a:xfrm>
                <a:off x="227100" y="1528500"/>
                <a:ext cx="261000" cy="261000"/>
              </a:xfrm>
              <a:prstGeom prst="diamond">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83" name="Google Shape;83;p7"/>
              <p:cNvCxnSpPr/>
              <p:nvPr/>
            </p:nvCxnSpPr>
            <p:spPr>
              <a:xfrm>
                <a:off x="357600" y="0"/>
                <a:ext cx="0" cy="178950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4"/>
        <p:cNvGrpSpPr/>
        <p:nvPr/>
      </p:nvGrpSpPr>
      <p:grpSpPr>
        <a:xfrm>
          <a:off x="0" y="0"/>
          <a:ext cx="0" cy="0"/>
          <a:chOff x="0" y="0"/>
          <a:chExt cx="0" cy="0"/>
        </a:xfrm>
      </p:grpSpPr>
      <p:sp>
        <p:nvSpPr>
          <p:cNvPr id="85" name="Google Shape;85;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86" name="Google Shape;86;p8"/>
          <p:cNvGrpSpPr/>
          <p:nvPr/>
        </p:nvGrpSpPr>
        <p:grpSpPr>
          <a:xfrm>
            <a:off x="-261000" y="0"/>
            <a:ext cx="5260250" cy="5319900"/>
            <a:chOff x="-261000" y="0"/>
            <a:chExt cx="5260250" cy="5319900"/>
          </a:xfrm>
        </p:grpSpPr>
        <p:grpSp>
          <p:nvGrpSpPr>
            <p:cNvPr id="87" name="Google Shape;87;p8"/>
            <p:cNvGrpSpPr/>
            <p:nvPr/>
          </p:nvGrpSpPr>
          <p:grpSpPr>
            <a:xfrm>
              <a:off x="2773150" y="4445100"/>
              <a:ext cx="2226100" cy="874800"/>
              <a:chOff x="2773150" y="4445100"/>
              <a:chExt cx="2226100" cy="874800"/>
            </a:xfrm>
          </p:grpSpPr>
          <p:sp>
            <p:nvSpPr>
              <p:cNvPr id="88" name="Google Shape;88;p8"/>
              <p:cNvSpPr/>
              <p:nvPr/>
            </p:nvSpPr>
            <p:spPr>
              <a:xfrm>
                <a:off x="4124450" y="4445100"/>
                <a:ext cx="874800" cy="8748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89" name="Google Shape;89;p8"/>
              <p:cNvSpPr/>
              <p:nvPr/>
            </p:nvSpPr>
            <p:spPr>
              <a:xfrm>
                <a:off x="3034150" y="4752050"/>
                <a:ext cx="1237200" cy="2610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90" name="Google Shape;90;p8"/>
              <p:cNvCxnSpPr/>
              <p:nvPr/>
            </p:nvCxnSpPr>
            <p:spPr>
              <a:xfrm>
                <a:off x="2773150" y="4882525"/>
                <a:ext cx="1789500" cy="0"/>
              </a:xfrm>
              <a:prstGeom prst="straightConnector1">
                <a:avLst/>
              </a:prstGeom>
              <a:noFill/>
              <a:ln w="19050" cap="flat" cmpd="sng">
                <a:solidFill>
                  <a:schemeClr val="dk1"/>
                </a:solidFill>
                <a:prstDash val="solid"/>
                <a:round/>
                <a:headEnd type="none" w="med" len="med"/>
                <a:tailEnd type="none" w="med" len="med"/>
              </a:ln>
            </p:spPr>
          </p:cxnSp>
        </p:grpSp>
        <p:grpSp>
          <p:nvGrpSpPr>
            <p:cNvPr id="91" name="Google Shape;91;p8"/>
            <p:cNvGrpSpPr/>
            <p:nvPr/>
          </p:nvGrpSpPr>
          <p:grpSpPr>
            <a:xfrm>
              <a:off x="-261000" y="0"/>
              <a:ext cx="2050500" cy="522000"/>
              <a:chOff x="-261000" y="0"/>
              <a:chExt cx="2050500" cy="522000"/>
            </a:xfrm>
          </p:grpSpPr>
          <p:sp>
            <p:nvSpPr>
              <p:cNvPr id="92" name="Google Shape;92;p8"/>
              <p:cNvSpPr/>
              <p:nvPr/>
            </p:nvSpPr>
            <p:spPr>
              <a:xfrm flipH="1">
                <a:off x="-261000" y="0"/>
                <a:ext cx="522000" cy="5220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93" name="Google Shape;93;p8"/>
              <p:cNvSpPr/>
              <p:nvPr/>
            </p:nvSpPr>
            <p:spPr>
              <a:xfrm flipH="1">
                <a:off x="1528500" y="130475"/>
                <a:ext cx="261000" cy="261000"/>
              </a:xfrm>
              <a:prstGeom prst="diamond">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94" name="Google Shape;94;p8"/>
              <p:cNvCxnSpPr>
                <a:endCxn id="92" idx="6"/>
              </p:cNvCxnSpPr>
              <p:nvPr/>
            </p:nvCxnSpPr>
            <p:spPr>
              <a:xfrm rot="10800000">
                <a:off x="-261000" y="261000"/>
                <a:ext cx="2050500" cy="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5"/>
        <p:cNvGrpSpPr/>
        <p:nvPr/>
      </p:nvGrpSpPr>
      <p:grpSpPr>
        <a:xfrm>
          <a:off x="0" y="0"/>
          <a:ext cx="0" cy="0"/>
          <a:chOff x="0" y="0"/>
          <a:chExt cx="0" cy="0"/>
        </a:xfrm>
      </p:grpSpPr>
      <p:sp>
        <p:nvSpPr>
          <p:cNvPr id="96" name="Google Shape;96;p9"/>
          <p:cNvSpPr txBox="1">
            <a:spLocks noGrp="1"/>
          </p:cNvSpPr>
          <p:nvPr>
            <p:ph type="title"/>
          </p:nvPr>
        </p:nvSpPr>
        <p:spPr>
          <a:xfrm>
            <a:off x="720000" y="367423"/>
            <a:ext cx="77040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97" name="Google Shape;97;p9"/>
          <p:cNvSpPr txBox="1">
            <a:spLocks noGrp="1"/>
          </p:cNvSpPr>
          <p:nvPr>
            <p:ph type="subTitle" idx="1"/>
          </p:nvPr>
        </p:nvSpPr>
        <p:spPr>
          <a:xfrm>
            <a:off x="2241550" y="1348750"/>
            <a:ext cx="4661100" cy="1681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98" name="Google Shape;98;p9"/>
          <p:cNvGrpSpPr/>
          <p:nvPr/>
        </p:nvGrpSpPr>
        <p:grpSpPr>
          <a:xfrm>
            <a:off x="-261000" y="0"/>
            <a:ext cx="5260250" cy="5319900"/>
            <a:chOff x="-261000" y="0"/>
            <a:chExt cx="5260250" cy="5319900"/>
          </a:xfrm>
        </p:grpSpPr>
        <p:grpSp>
          <p:nvGrpSpPr>
            <p:cNvPr id="99" name="Google Shape;99;p9"/>
            <p:cNvGrpSpPr/>
            <p:nvPr/>
          </p:nvGrpSpPr>
          <p:grpSpPr>
            <a:xfrm>
              <a:off x="2773150" y="4445100"/>
              <a:ext cx="2226100" cy="874800"/>
              <a:chOff x="2773150" y="4445100"/>
              <a:chExt cx="2226100" cy="874800"/>
            </a:xfrm>
          </p:grpSpPr>
          <p:sp>
            <p:nvSpPr>
              <p:cNvPr id="100" name="Google Shape;100;p9"/>
              <p:cNvSpPr/>
              <p:nvPr/>
            </p:nvSpPr>
            <p:spPr>
              <a:xfrm>
                <a:off x="4124450" y="4445100"/>
                <a:ext cx="874800" cy="8748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101" name="Google Shape;101;p9"/>
              <p:cNvSpPr/>
              <p:nvPr/>
            </p:nvSpPr>
            <p:spPr>
              <a:xfrm>
                <a:off x="3034150" y="4752050"/>
                <a:ext cx="1237200" cy="2610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102" name="Google Shape;102;p9"/>
              <p:cNvCxnSpPr/>
              <p:nvPr/>
            </p:nvCxnSpPr>
            <p:spPr>
              <a:xfrm>
                <a:off x="2773150" y="4882525"/>
                <a:ext cx="1789500" cy="0"/>
              </a:xfrm>
              <a:prstGeom prst="straightConnector1">
                <a:avLst/>
              </a:prstGeom>
              <a:noFill/>
              <a:ln w="19050" cap="flat" cmpd="sng">
                <a:solidFill>
                  <a:schemeClr val="dk1"/>
                </a:solidFill>
                <a:prstDash val="solid"/>
                <a:round/>
                <a:headEnd type="none" w="med" len="med"/>
                <a:tailEnd type="none" w="med" len="med"/>
              </a:ln>
            </p:spPr>
          </p:cxnSp>
        </p:grpSp>
        <p:grpSp>
          <p:nvGrpSpPr>
            <p:cNvPr id="103" name="Google Shape;103;p9"/>
            <p:cNvGrpSpPr/>
            <p:nvPr/>
          </p:nvGrpSpPr>
          <p:grpSpPr>
            <a:xfrm>
              <a:off x="-261000" y="0"/>
              <a:ext cx="2050500" cy="522000"/>
              <a:chOff x="-261000" y="0"/>
              <a:chExt cx="2050500" cy="522000"/>
            </a:xfrm>
          </p:grpSpPr>
          <p:sp>
            <p:nvSpPr>
              <p:cNvPr id="104" name="Google Shape;104;p9"/>
              <p:cNvSpPr/>
              <p:nvPr/>
            </p:nvSpPr>
            <p:spPr>
              <a:xfrm flipH="1">
                <a:off x="-261000" y="0"/>
                <a:ext cx="522000" cy="5220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105" name="Google Shape;105;p9"/>
              <p:cNvSpPr/>
              <p:nvPr/>
            </p:nvSpPr>
            <p:spPr>
              <a:xfrm flipH="1">
                <a:off x="1528500" y="130475"/>
                <a:ext cx="261000" cy="261000"/>
              </a:xfrm>
              <a:prstGeom prst="diamond">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106" name="Google Shape;106;p9"/>
              <p:cNvCxnSpPr>
                <a:endCxn id="104" idx="6"/>
              </p:cNvCxnSpPr>
              <p:nvPr/>
            </p:nvCxnSpPr>
            <p:spPr>
              <a:xfrm rot="10800000">
                <a:off x="-261000" y="261000"/>
                <a:ext cx="2050500" cy="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7"/>
        <p:cNvGrpSpPr/>
        <p:nvPr/>
      </p:nvGrpSpPr>
      <p:grpSpPr>
        <a:xfrm>
          <a:off x="0" y="0"/>
          <a:ext cx="0" cy="0"/>
          <a:chOff x="0" y="0"/>
          <a:chExt cx="0" cy="0"/>
        </a:xfrm>
      </p:grpSpPr>
      <p:sp>
        <p:nvSpPr>
          <p:cNvPr id="108" name="Google Shape;108;p10"/>
          <p:cNvSpPr txBox="1">
            <a:spLocks noGrp="1"/>
          </p:cNvSpPr>
          <p:nvPr>
            <p:ph type="title"/>
          </p:nvPr>
        </p:nvSpPr>
        <p:spPr>
          <a:xfrm>
            <a:off x="720000" y="4035800"/>
            <a:ext cx="7704000" cy="572700"/>
          </a:xfrm>
          <a:prstGeom prst="rect">
            <a:avLst/>
          </a:prstGeom>
          <a:solidFill>
            <a:schemeClr val="dk1"/>
          </a:solidFill>
        </p:spPr>
        <p:txBody>
          <a:bodyPr spcFirstLastPara="1" wrap="square" lIns="91425" tIns="91425" rIns="91425" bIns="91425" anchor="t" anchorCtr="0">
            <a:noAutofit/>
          </a:bodyPr>
          <a:lstStyle>
            <a:lvl1pPr lvl="0" algn="ctr" rtl="0">
              <a:spcBef>
                <a:spcPts val="0"/>
              </a:spcBef>
              <a:spcAft>
                <a:spcPts val="0"/>
              </a:spcAft>
              <a:buClr>
                <a:schemeClr val="lt1"/>
              </a:buClr>
              <a:buSzPts val="3000"/>
              <a:buNone/>
              <a:defRPr>
                <a:solidFill>
                  <a:schemeClr val="lt1"/>
                </a:solidFill>
              </a:defRPr>
            </a:lvl1pPr>
            <a:lvl2pPr lvl="1" algn="ctr" rtl="0">
              <a:spcBef>
                <a:spcPts val="0"/>
              </a:spcBef>
              <a:spcAft>
                <a:spcPts val="0"/>
              </a:spcAft>
              <a:buClr>
                <a:schemeClr val="lt1"/>
              </a:buClr>
              <a:buSzPts val="3000"/>
              <a:buNone/>
              <a:defRPr>
                <a:solidFill>
                  <a:schemeClr val="lt1"/>
                </a:solidFill>
              </a:defRPr>
            </a:lvl2pPr>
            <a:lvl3pPr lvl="2" algn="ctr" rtl="0">
              <a:spcBef>
                <a:spcPts val="0"/>
              </a:spcBef>
              <a:spcAft>
                <a:spcPts val="0"/>
              </a:spcAft>
              <a:buClr>
                <a:schemeClr val="lt1"/>
              </a:buClr>
              <a:buSzPts val="3000"/>
              <a:buNone/>
              <a:defRPr>
                <a:solidFill>
                  <a:schemeClr val="lt1"/>
                </a:solidFill>
              </a:defRPr>
            </a:lvl3pPr>
            <a:lvl4pPr lvl="3" algn="ctr" rtl="0">
              <a:spcBef>
                <a:spcPts val="0"/>
              </a:spcBef>
              <a:spcAft>
                <a:spcPts val="0"/>
              </a:spcAft>
              <a:buClr>
                <a:schemeClr val="lt1"/>
              </a:buClr>
              <a:buSzPts val="3000"/>
              <a:buNone/>
              <a:defRPr>
                <a:solidFill>
                  <a:schemeClr val="lt1"/>
                </a:solidFill>
              </a:defRPr>
            </a:lvl4pPr>
            <a:lvl5pPr lvl="4" algn="ctr" rtl="0">
              <a:spcBef>
                <a:spcPts val="0"/>
              </a:spcBef>
              <a:spcAft>
                <a:spcPts val="0"/>
              </a:spcAft>
              <a:buClr>
                <a:schemeClr val="lt1"/>
              </a:buClr>
              <a:buSzPts val="3000"/>
              <a:buNone/>
              <a:defRPr>
                <a:solidFill>
                  <a:schemeClr val="lt1"/>
                </a:solidFill>
              </a:defRPr>
            </a:lvl5pPr>
            <a:lvl6pPr lvl="5" algn="ctr" rtl="0">
              <a:spcBef>
                <a:spcPts val="0"/>
              </a:spcBef>
              <a:spcAft>
                <a:spcPts val="0"/>
              </a:spcAft>
              <a:buClr>
                <a:schemeClr val="lt1"/>
              </a:buClr>
              <a:buSzPts val="3000"/>
              <a:buNone/>
              <a:defRPr>
                <a:solidFill>
                  <a:schemeClr val="lt1"/>
                </a:solidFill>
              </a:defRPr>
            </a:lvl6pPr>
            <a:lvl7pPr lvl="6" algn="ctr" rtl="0">
              <a:spcBef>
                <a:spcPts val="0"/>
              </a:spcBef>
              <a:spcAft>
                <a:spcPts val="0"/>
              </a:spcAft>
              <a:buClr>
                <a:schemeClr val="lt1"/>
              </a:buClr>
              <a:buSzPts val="3000"/>
              <a:buNone/>
              <a:defRPr>
                <a:solidFill>
                  <a:schemeClr val="lt1"/>
                </a:solidFill>
              </a:defRPr>
            </a:lvl7pPr>
            <a:lvl8pPr lvl="7" algn="ctr" rtl="0">
              <a:spcBef>
                <a:spcPts val="0"/>
              </a:spcBef>
              <a:spcAft>
                <a:spcPts val="0"/>
              </a:spcAft>
              <a:buClr>
                <a:schemeClr val="lt1"/>
              </a:buClr>
              <a:buSzPts val="3000"/>
              <a:buNone/>
              <a:defRPr>
                <a:solidFill>
                  <a:schemeClr val="lt1"/>
                </a:solidFill>
              </a:defRPr>
            </a:lvl8pPr>
            <a:lvl9pPr lvl="8" algn="ctr" rtl="0">
              <a:spcBef>
                <a:spcPts val="0"/>
              </a:spcBef>
              <a:spcAft>
                <a:spcPts val="0"/>
              </a:spcAft>
              <a:buClr>
                <a:schemeClr val="lt1"/>
              </a:buClr>
              <a:buSzPts val="3000"/>
              <a:buNone/>
              <a:defRPr>
                <a:solidFill>
                  <a:schemeClr val="lt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9"/>
        <p:cNvGrpSpPr/>
        <p:nvPr/>
      </p:nvGrpSpPr>
      <p:grpSpPr>
        <a:xfrm>
          <a:off x="0" y="0"/>
          <a:ext cx="0" cy="0"/>
          <a:chOff x="0" y="0"/>
          <a:chExt cx="0" cy="0"/>
        </a:xfrm>
      </p:grpSpPr>
      <p:sp>
        <p:nvSpPr>
          <p:cNvPr id="110" name="Google Shape;110;p11"/>
          <p:cNvSpPr txBox="1">
            <a:spLocks noGrp="1"/>
          </p:cNvSpPr>
          <p:nvPr>
            <p:ph type="title" hasCustomPrompt="1"/>
          </p:nvPr>
        </p:nvSpPr>
        <p:spPr>
          <a:xfrm>
            <a:off x="1284000" y="1558475"/>
            <a:ext cx="65760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11" name="Google Shape;111;p11"/>
          <p:cNvSpPr txBox="1">
            <a:spLocks noGrp="1"/>
          </p:cNvSpPr>
          <p:nvPr>
            <p:ph type="subTitle" idx="1"/>
          </p:nvPr>
        </p:nvSpPr>
        <p:spPr>
          <a:xfrm>
            <a:off x="1284000" y="3069625"/>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112" name="Google Shape;112;p11"/>
          <p:cNvGrpSpPr/>
          <p:nvPr/>
        </p:nvGrpSpPr>
        <p:grpSpPr>
          <a:xfrm>
            <a:off x="-261000" y="0"/>
            <a:ext cx="5260250" cy="5319900"/>
            <a:chOff x="-261000" y="0"/>
            <a:chExt cx="5260250" cy="5319900"/>
          </a:xfrm>
        </p:grpSpPr>
        <p:grpSp>
          <p:nvGrpSpPr>
            <p:cNvPr id="113" name="Google Shape;113;p11"/>
            <p:cNvGrpSpPr/>
            <p:nvPr/>
          </p:nvGrpSpPr>
          <p:grpSpPr>
            <a:xfrm>
              <a:off x="2773150" y="4445100"/>
              <a:ext cx="2226100" cy="874800"/>
              <a:chOff x="2773150" y="4445100"/>
              <a:chExt cx="2226100" cy="874800"/>
            </a:xfrm>
          </p:grpSpPr>
          <p:sp>
            <p:nvSpPr>
              <p:cNvPr id="114" name="Google Shape;114;p11"/>
              <p:cNvSpPr/>
              <p:nvPr/>
            </p:nvSpPr>
            <p:spPr>
              <a:xfrm>
                <a:off x="4124450" y="4445100"/>
                <a:ext cx="874800" cy="8748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115" name="Google Shape;115;p11"/>
              <p:cNvSpPr/>
              <p:nvPr/>
            </p:nvSpPr>
            <p:spPr>
              <a:xfrm>
                <a:off x="3034150" y="4752050"/>
                <a:ext cx="1237200" cy="2610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116" name="Google Shape;116;p11"/>
              <p:cNvCxnSpPr/>
              <p:nvPr/>
            </p:nvCxnSpPr>
            <p:spPr>
              <a:xfrm>
                <a:off x="2773150" y="4882525"/>
                <a:ext cx="1789500" cy="0"/>
              </a:xfrm>
              <a:prstGeom prst="straightConnector1">
                <a:avLst/>
              </a:prstGeom>
              <a:noFill/>
              <a:ln w="19050" cap="flat" cmpd="sng">
                <a:solidFill>
                  <a:schemeClr val="dk1"/>
                </a:solidFill>
                <a:prstDash val="solid"/>
                <a:round/>
                <a:headEnd type="none" w="med" len="med"/>
                <a:tailEnd type="none" w="med" len="med"/>
              </a:ln>
            </p:spPr>
          </p:cxnSp>
        </p:grpSp>
        <p:grpSp>
          <p:nvGrpSpPr>
            <p:cNvPr id="117" name="Google Shape;117;p11"/>
            <p:cNvGrpSpPr/>
            <p:nvPr/>
          </p:nvGrpSpPr>
          <p:grpSpPr>
            <a:xfrm>
              <a:off x="-261000" y="0"/>
              <a:ext cx="2050500" cy="522000"/>
              <a:chOff x="-261000" y="0"/>
              <a:chExt cx="2050500" cy="522000"/>
            </a:xfrm>
          </p:grpSpPr>
          <p:sp>
            <p:nvSpPr>
              <p:cNvPr id="118" name="Google Shape;118;p11"/>
              <p:cNvSpPr/>
              <p:nvPr/>
            </p:nvSpPr>
            <p:spPr>
              <a:xfrm flipH="1">
                <a:off x="-261000" y="0"/>
                <a:ext cx="522000" cy="5220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119" name="Google Shape;119;p11"/>
              <p:cNvSpPr/>
              <p:nvPr/>
            </p:nvSpPr>
            <p:spPr>
              <a:xfrm flipH="1">
                <a:off x="1528500" y="130475"/>
                <a:ext cx="261000" cy="261000"/>
              </a:xfrm>
              <a:prstGeom prst="diamond">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120" name="Google Shape;120;p11"/>
              <p:cNvCxnSpPr>
                <a:endCxn id="118" idx="6"/>
              </p:cNvCxnSpPr>
              <p:nvPr/>
            </p:nvCxnSpPr>
            <p:spPr>
              <a:xfrm rot="10800000">
                <a:off x="-261000" y="261000"/>
                <a:ext cx="2050500" cy="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21"/>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22"/>
        <p:cNvGrpSpPr/>
        <p:nvPr/>
      </p:nvGrpSpPr>
      <p:grpSpPr>
        <a:xfrm>
          <a:off x="0" y="0"/>
          <a:ext cx="0" cy="0"/>
          <a:chOff x="0" y="0"/>
          <a:chExt cx="0" cy="0"/>
        </a:xfrm>
      </p:grpSpPr>
      <p:sp>
        <p:nvSpPr>
          <p:cNvPr id="123" name="Google Shape;123;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24" name="Google Shape;124;p13"/>
          <p:cNvGrpSpPr/>
          <p:nvPr/>
        </p:nvGrpSpPr>
        <p:grpSpPr>
          <a:xfrm>
            <a:off x="0" y="-451278"/>
            <a:ext cx="9586025" cy="6040428"/>
            <a:chOff x="0" y="-451278"/>
            <a:chExt cx="9586025" cy="6040428"/>
          </a:xfrm>
        </p:grpSpPr>
        <p:grpSp>
          <p:nvGrpSpPr>
            <p:cNvPr id="125" name="Google Shape;125;p13"/>
            <p:cNvGrpSpPr/>
            <p:nvPr/>
          </p:nvGrpSpPr>
          <p:grpSpPr>
            <a:xfrm>
              <a:off x="0" y="4351950"/>
              <a:ext cx="1789500" cy="1237200"/>
              <a:chOff x="0" y="4351950"/>
              <a:chExt cx="1789500" cy="1237200"/>
            </a:xfrm>
          </p:grpSpPr>
          <p:sp>
            <p:nvSpPr>
              <p:cNvPr id="126" name="Google Shape;126;p13"/>
              <p:cNvSpPr/>
              <p:nvPr/>
            </p:nvSpPr>
            <p:spPr>
              <a:xfrm>
                <a:off x="1528500" y="4776525"/>
                <a:ext cx="261000" cy="261000"/>
              </a:xfrm>
              <a:prstGeom prst="diamond">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127" name="Google Shape;127;p13"/>
              <p:cNvSpPr/>
              <p:nvPr/>
            </p:nvSpPr>
            <p:spPr>
              <a:xfrm rot="5400000">
                <a:off x="-261000" y="4840050"/>
                <a:ext cx="1237200" cy="2610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128" name="Google Shape;128;p13"/>
              <p:cNvCxnSpPr/>
              <p:nvPr/>
            </p:nvCxnSpPr>
            <p:spPr>
              <a:xfrm>
                <a:off x="0" y="4907025"/>
                <a:ext cx="1789500" cy="0"/>
              </a:xfrm>
              <a:prstGeom prst="straightConnector1">
                <a:avLst/>
              </a:prstGeom>
              <a:noFill/>
              <a:ln w="19050" cap="flat" cmpd="sng">
                <a:solidFill>
                  <a:schemeClr val="dk1"/>
                </a:solidFill>
                <a:prstDash val="solid"/>
                <a:round/>
                <a:headEnd type="none" w="med" len="med"/>
                <a:tailEnd type="none" w="med" len="med"/>
              </a:ln>
            </p:spPr>
          </p:cxnSp>
        </p:grpSp>
        <p:grpSp>
          <p:nvGrpSpPr>
            <p:cNvPr id="129" name="Google Shape;129;p13"/>
            <p:cNvGrpSpPr/>
            <p:nvPr/>
          </p:nvGrpSpPr>
          <p:grpSpPr>
            <a:xfrm>
              <a:off x="8711225" y="0"/>
              <a:ext cx="874800" cy="874800"/>
              <a:chOff x="8711225" y="0"/>
              <a:chExt cx="874800" cy="874800"/>
            </a:xfrm>
          </p:grpSpPr>
          <p:sp>
            <p:nvSpPr>
              <p:cNvPr id="130" name="Google Shape;130;p13"/>
              <p:cNvSpPr/>
              <p:nvPr/>
            </p:nvSpPr>
            <p:spPr>
              <a:xfrm>
                <a:off x="8711225" y="0"/>
                <a:ext cx="874800" cy="8748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131" name="Google Shape;131;p13"/>
              <p:cNvSpPr/>
              <p:nvPr/>
            </p:nvSpPr>
            <p:spPr>
              <a:xfrm>
                <a:off x="8887625" y="176400"/>
                <a:ext cx="522000" cy="522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132" name="Google Shape;132;p13"/>
              <p:cNvCxnSpPr>
                <a:stCxn id="130" idx="2"/>
                <a:endCxn id="130" idx="6"/>
              </p:cNvCxnSpPr>
              <p:nvPr/>
            </p:nvCxnSpPr>
            <p:spPr>
              <a:xfrm>
                <a:off x="8711225" y="437400"/>
                <a:ext cx="874800" cy="0"/>
              </a:xfrm>
              <a:prstGeom prst="straightConnector1">
                <a:avLst/>
              </a:prstGeom>
              <a:noFill/>
              <a:ln w="19050" cap="flat" cmpd="sng">
                <a:solidFill>
                  <a:schemeClr val="dk1"/>
                </a:solidFill>
                <a:prstDash val="solid"/>
                <a:round/>
                <a:headEnd type="none" w="med" len="med"/>
                <a:tailEnd type="none" w="med" len="med"/>
              </a:ln>
            </p:spPr>
          </p:cxnSp>
        </p:grpSp>
        <p:grpSp>
          <p:nvGrpSpPr>
            <p:cNvPr id="133" name="Google Shape;133;p13"/>
            <p:cNvGrpSpPr/>
            <p:nvPr/>
          </p:nvGrpSpPr>
          <p:grpSpPr>
            <a:xfrm>
              <a:off x="0" y="-451278"/>
              <a:ext cx="874800" cy="1023176"/>
              <a:chOff x="0" y="-451278"/>
              <a:chExt cx="874800" cy="1023176"/>
            </a:xfrm>
          </p:grpSpPr>
          <p:sp>
            <p:nvSpPr>
              <p:cNvPr id="134" name="Google Shape;134;p13"/>
              <p:cNvSpPr/>
              <p:nvPr/>
            </p:nvSpPr>
            <p:spPr>
              <a:xfrm>
                <a:off x="266050" y="229298"/>
                <a:ext cx="342600" cy="342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135" name="Google Shape;135;p13"/>
              <p:cNvSpPr/>
              <p:nvPr/>
            </p:nvSpPr>
            <p:spPr>
              <a:xfrm>
                <a:off x="0" y="-451278"/>
                <a:ext cx="874800" cy="8748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2">
  <p:cSld name="TITLE_ONLY_1_1">
    <p:spTree>
      <p:nvGrpSpPr>
        <p:cNvPr id="1" name="Shape 136"/>
        <p:cNvGrpSpPr/>
        <p:nvPr/>
      </p:nvGrpSpPr>
      <p:grpSpPr>
        <a:xfrm>
          <a:off x="0" y="0"/>
          <a:ext cx="0" cy="0"/>
          <a:chOff x="0" y="0"/>
          <a:chExt cx="0" cy="0"/>
        </a:xfrm>
      </p:grpSpPr>
      <p:sp>
        <p:nvSpPr>
          <p:cNvPr id="137" name="Google Shape;137;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38" name="Google Shape;138;p14"/>
          <p:cNvGrpSpPr/>
          <p:nvPr/>
        </p:nvGrpSpPr>
        <p:grpSpPr>
          <a:xfrm>
            <a:off x="227100" y="-187650"/>
            <a:ext cx="8916900" cy="5331250"/>
            <a:chOff x="227100" y="-187650"/>
            <a:chExt cx="8916900" cy="5331250"/>
          </a:xfrm>
        </p:grpSpPr>
        <p:grpSp>
          <p:nvGrpSpPr>
            <p:cNvPr id="139" name="Google Shape;139;p14"/>
            <p:cNvGrpSpPr/>
            <p:nvPr/>
          </p:nvGrpSpPr>
          <p:grpSpPr>
            <a:xfrm>
              <a:off x="7354500" y="4621600"/>
              <a:ext cx="1789501" cy="522000"/>
              <a:chOff x="7354500" y="4621600"/>
              <a:chExt cx="1789501" cy="522000"/>
            </a:xfrm>
          </p:grpSpPr>
          <p:sp>
            <p:nvSpPr>
              <p:cNvPr id="140" name="Google Shape;140;p14"/>
              <p:cNvSpPr/>
              <p:nvPr/>
            </p:nvSpPr>
            <p:spPr>
              <a:xfrm>
                <a:off x="7354500" y="4621600"/>
                <a:ext cx="522000" cy="522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141" name="Google Shape;141;p14"/>
              <p:cNvSpPr/>
              <p:nvPr/>
            </p:nvSpPr>
            <p:spPr>
              <a:xfrm>
                <a:off x="7484925" y="4752049"/>
                <a:ext cx="261000" cy="261000"/>
              </a:xfrm>
              <a:prstGeom prst="diamond">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142" name="Google Shape;142;p14"/>
              <p:cNvSpPr/>
              <p:nvPr/>
            </p:nvSpPr>
            <p:spPr>
              <a:xfrm>
                <a:off x="8883000" y="4752050"/>
                <a:ext cx="261000" cy="261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143" name="Google Shape;143;p14"/>
              <p:cNvCxnSpPr/>
              <p:nvPr/>
            </p:nvCxnSpPr>
            <p:spPr>
              <a:xfrm>
                <a:off x="7354500" y="4882550"/>
                <a:ext cx="1789500" cy="0"/>
              </a:xfrm>
              <a:prstGeom prst="straightConnector1">
                <a:avLst/>
              </a:prstGeom>
              <a:noFill/>
              <a:ln w="19050" cap="flat" cmpd="sng">
                <a:solidFill>
                  <a:schemeClr val="dk1"/>
                </a:solidFill>
                <a:prstDash val="solid"/>
                <a:round/>
                <a:headEnd type="none" w="med" len="med"/>
                <a:tailEnd type="none" w="med" len="med"/>
              </a:ln>
            </p:spPr>
          </p:cxnSp>
        </p:grpSp>
        <p:grpSp>
          <p:nvGrpSpPr>
            <p:cNvPr id="144" name="Google Shape;144;p14"/>
            <p:cNvGrpSpPr/>
            <p:nvPr/>
          </p:nvGrpSpPr>
          <p:grpSpPr>
            <a:xfrm>
              <a:off x="227100" y="-187650"/>
              <a:ext cx="261000" cy="1977150"/>
              <a:chOff x="227100" y="-187650"/>
              <a:chExt cx="261000" cy="1977150"/>
            </a:xfrm>
          </p:grpSpPr>
          <p:sp>
            <p:nvSpPr>
              <p:cNvPr id="145" name="Google Shape;145;p14"/>
              <p:cNvSpPr/>
              <p:nvPr/>
            </p:nvSpPr>
            <p:spPr>
              <a:xfrm rot="5400000">
                <a:off x="-261000" y="300450"/>
                <a:ext cx="1237200" cy="2610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146" name="Google Shape;146;p14"/>
              <p:cNvSpPr/>
              <p:nvPr/>
            </p:nvSpPr>
            <p:spPr>
              <a:xfrm>
                <a:off x="227100" y="1528500"/>
                <a:ext cx="261000" cy="261000"/>
              </a:xfrm>
              <a:prstGeom prst="diamond">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147" name="Google Shape;147;p14"/>
              <p:cNvCxnSpPr/>
              <p:nvPr/>
            </p:nvCxnSpPr>
            <p:spPr>
              <a:xfrm>
                <a:off x="357600" y="0"/>
                <a:ext cx="0" cy="178950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3">
  <p:cSld name="TITLE_ONLY_2">
    <p:spTree>
      <p:nvGrpSpPr>
        <p:cNvPr id="1" name="Shape 148"/>
        <p:cNvGrpSpPr/>
        <p:nvPr/>
      </p:nvGrpSpPr>
      <p:grpSpPr>
        <a:xfrm>
          <a:off x="0" y="0"/>
          <a:ext cx="0" cy="0"/>
          <a:chOff x="0" y="0"/>
          <a:chExt cx="0" cy="0"/>
        </a:xfrm>
      </p:grpSpPr>
      <p:sp>
        <p:nvSpPr>
          <p:cNvPr id="149" name="Google Shape;149;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endParaRPr/>
          </a:p>
        </p:txBody>
      </p:sp>
      <p:grpSp>
        <p:nvGrpSpPr>
          <p:cNvPr id="150" name="Google Shape;150;p15"/>
          <p:cNvGrpSpPr/>
          <p:nvPr/>
        </p:nvGrpSpPr>
        <p:grpSpPr>
          <a:xfrm rot="10800000" flipH="1">
            <a:off x="-630975" y="0"/>
            <a:ext cx="9778723" cy="5006554"/>
            <a:chOff x="-630975" y="136950"/>
            <a:chExt cx="9778723" cy="5006554"/>
          </a:xfrm>
        </p:grpSpPr>
        <p:grpSp>
          <p:nvGrpSpPr>
            <p:cNvPr id="151" name="Google Shape;151;p15"/>
            <p:cNvGrpSpPr/>
            <p:nvPr/>
          </p:nvGrpSpPr>
          <p:grpSpPr>
            <a:xfrm rot="5400000">
              <a:off x="7966642" y="3962399"/>
              <a:ext cx="1789512" cy="572700"/>
              <a:chOff x="7354489" y="4596196"/>
              <a:chExt cx="1789512" cy="572700"/>
            </a:xfrm>
          </p:grpSpPr>
          <p:sp>
            <p:nvSpPr>
              <p:cNvPr id="152" name="Google Shape;152;p15"/>
              <p:cNvSpPr/>
              <p:nvPr/>
            </p:nvSpPr>
            <p:spPr>
              <a:xfrm rot="5400000">
                <a:off x="7354489" y="4596196"/>
                <a:ext cx="572700" cy="572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153" name="Google Shape;153;p15"/>
              <p:cNvSpPr/>
              <p:nvPr/>
            </p:nvSpPr>
            <p:spPr>
              <a:xfrm>
                <a:off x="7510325" y="4752049"/>
                <a:ext cx="261000" cy="261000"/>
              </a:xfrm>
              <a:prstGeom prst="diamond">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154" name="Google Shape;154;p15"/>
              <p:cNvSpPr/>
              <p:nvPr/>
            </p:nvSpPr>
            <p:spPr>
              <a:xfrm>
                <a:off x="8883000" y="4752050"/>
                <a:ext cx="261000" cy="2610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155" name="Google Shape;155;p15"/>
              <p:cNvCxnSpPr/>
              <p:nvPr/>
            </p:nvCxnSpPr>
            <p:spPr>
              <a:xfrm>
                <a:off x="7354500" y="4882550"/>
                <a:ext cx="1789500" cy="0"/>
              </a:xfrm>
              <a:prstGeom prst="straightConnector1">
                <a:avLst/>
              </a:prstGeom>
              <a:noFill/>
              <a:ln w="19050" cap="flat" cmpd="sng">
                <a:solidFill>
                  <a:schemeClr val="dk1"/>
                </a:solidFill>
                <a:prstDash val="solid"/>
                <a:round/>
                <a:headEnd type="none" w="med" len="med"/>
                <a:tailEnd type="none" w="med" len="med"/>
              </a:ln>
            </p:spPr>
          </p:cxnSp>
        </p:grpSp>
        <p:grpSp>
          <p:nvGrpSpPr>
            <p:cNvPr id="156" name="Google Shape;156;p15"/>
            <p:cNvGrpSpPr/>
            <p:nvPr/>
          </p:nvGrpSpPr>
          <p:grpSpPr>
            <a:xfrm rot="-5400000">
              <a:off x="227100" y="-721125"/>
              <a:ext cx="261000" cy="1977150"/>
              <a:chOff x="227100" y="-187650"/>
              <a:chExt cx="261000" cy="1977150"/>
            </a:xfrm>
          </p:grpSpPr>
          <p:sp>
            <p:nvSpPr>
              <p:cNvPr id="157" name="Google Shape;157;p15"/>
              <p:cNvSpPr/>
              <p:nvPr/>
            </p:nvSpPr>
            <p:spPr>
              <a:xfrm rot="5400000">
                <a:off x="-261000" y="300450"/>
                <a:ext cx="1237200" cy="2610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158" name="Google Shape;158;p15"/>
              <p:cNvSpPr/>
              <p:nvPr/>
            </p:nvSpPr>
            <p:spPr>
              <a:xfrm>
                <a:off x="227100" y="1528500"/>
                <a:ext cx="261000" cy="261000"/>
              </a:xfrm>
              <a:prstGeom prst="diamond">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159" name="Google Shape;159;p15"/>
              <p:cNvCxnSpPr/>
              <p:nvPr/>
            </p:nvCxnSpPr>
            <p:spPr>
              <a:xfrm>
                <a:off x="357600" y="0"/>
                <a:ext cx="0" cy="178950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4">
  <p:cSld name="TITLE_ONLY_2_1">
    <p:spTree>
      <p:nvGrpSpPr>
        <p:cNvPr id="1" name="Shape 160"/>
        <p:cNvGrpSpPr/>
        <p:nvPr/>
      </p:nvGrpSpPr>
      <p:grpSpPr>
        <a:xfrm>
          <a:off x="0" y="0"/>
          <a:ext cx="0" cy="0"/>
          <a:chOff x="0" y="0"/>
          <a:chExt cx="0" cy="0"/>
        </a:xfrm>
      </p:grpSpPr>
      <p:sp>
        <p:nvSpPr>
          <p:cNvPr id="161" name="Google Shape;161;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endParaRPr/>
          </a:p>
        </p:txBody>
      </p:sp>
      <p:grpSp>
        <p:nvGrpSpPr>
          <p:cNvPr id="162" name="Google Shape;162;p16"/>
          <p:cNvGrpSpPr/>
          <p:nvPr/>
        </p:nvGrpSpPr>
        <p:grpSpPr>
          <a:xfrm rot="10800000">
            <a:off x="-1" y="0"/>
            <a:ext cx="9850167" cy="5006554"/>
            <a:chOff x="-630975" y="136950"/>
            <a:chExt cx="9850167" cy="5006554"/>
          </a:xfrm>
        </p:grpSpPr>
        <p:grpSp>
          <p:nvGrpSpPr>
            <p:cNvPr id="163" name="Google Shape;163;p16"/>
            <p:cNvGrpSpPr/>
            <p:nvPr/>
          </p:nvGrpSpPr>
          <p:grpSpPr>
            <a:xfrm rot="5400000">
              <a:off x="7966686" y="3890998"/>
              <a:ext cx="1789512" cy="715500"/>
              <a:chOff x="7354488" y="4524752"/>
              <a:chExt cx="1789512" cy="715500"/>
            </a:xfrm>
          </p:grpSpPr>
          <p:sp>
            <p:nvSpPr>
              <p:cNvPr id="164" name="Google Shape;164;p16"/>
              <p:cNvSpPr/>
              <p:nvPr/>
            </p:nvSpPr>
            <p:spPr>
              <a:xfrm rot="5400000">
                <a:off x="7354488" y="4524752"/>
                <a:ext cx="715500" cy="715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165" name="Google Shape;165;p16"/>
              <p:cNvSpPr/>
              <p:nvPr/>
            </p:nvSpPr>
            <p:spPr>
              <a:xfrm>
                <a:off x="7581675" y="4752049"/>
                <a:ext cx="261000" cy="261000"/>
              </a:xfrm>
              <a:prstGeom prst="diamond">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166" name="Google Shape;166;p16"/>
              <p:cNvSpPr/>
              <p:nvPr/>
            </p:nvSpPr>
            <p:spPr>
              <a:xfrm>
                <a:off x="8883000" y="4752050"/>
                <a:ext cx="261000" cy="2610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167" name="Google Shape;167;p16"/>
              <p:cNvCxnSpPr/>
              <p:nvPr/>
            </p:nvCxnSpPr>
            <p:spPr>
              <a:xfrm>
                <a:off x="7354500" y="4882550"/>
                <a:ext cx="1789500" cy="0"/>
              </a:xfrm>
              <a:prstGeom prst="straightConnector1">
                <a:avLst/>
              </a:prstGeom>
              <a:noFill/>
              <a:ln w="19050" cap="flat" cmpd="sng">
                <a:solidFill>
                  <a:schemeClr val="dk1"/>
                </a:solidFill>
                <a:prstDash val="solid"/>
                <a:round/>
                <a:headEnd type="none" w="med" len="med"/>
                <a:tailEnd type="none" w="med" len="med"/>
              </a:ln>
            </p:spPr>
          </p:cxnSp>
        </p:grpSp>
        <p:grpSp>
          <p:nvGrpSpPr>
            <p:cNvPr id="168" name="Google Shape;168;p16"/>
            <p:cNvGrpSpPr/>
            <p:nvPr/>
          </p:nvGrpSpPr>
          <p:grpSpPr>
            <a:xfrm rot="-5400000">
              <a:off x="227100" y="-721125"/>
              <a:ext cx="261000" cy="1977150"/>
              <a:chOff x="227100" y="-187650"/>
              <a:chExt cx="261000" cy="1977150"/>
            </a:xfrm>
          </p:grpSpPr>
          <p:sp>
            <p:nvSpPr>
              <p:cNvPr id="169" name="Google Shape;169;p16"/>
              <p:cNvSpPr/>
              <p:nvPr/>
            </p:nvSpPr>
            <p:spPr>
              <a:xfrm rot="5400000">
                <a:off x="-261000" y="300450"/>
                <a:ext cx="1237200" cy="2610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170" name="Google Shape;170;p16"/>
              <p:cNvSpPr/>
              <p:nvPr/>
            </p:nvSpPr>
            <p:spPr>
              <a:xfrm>
                <a:off x="227100" y="1528500"/>
                <a:ext cx="261000" cy="261000"/>
              </a:xfrm>
              <a:prstGeom prst="diamond">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171" name="Google Shape;171;p16"/>
              <p:cNvCxnSpPr/>
              <p:nvPr/>
            </p:nvCxnSpPr>
            <p:spPr>
              <a:xfrm>
                <a:off x="357600" y="0"/>
                <a:ext cx="0" cy="178950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CUSTOM_1">
    <p:spTree>
      <p:nvGrpSpPr>
        <p:cNvPr id="1" name="Shape 183"/>
        <p:cNvGrpSpPr/>
        <p:nvPr/>
      </p:nvGrpSpPr>
      <p:grpSpPr>
        <a:xfrm>
          <a:off x="0" y="0"/>
          <a:ext cx="0" cy="0"/>
          <a:chOff x="0" y="0"/>
          <a:chExt cx="0" cy="0"/>
        </a:xfrm>
      </p:grpSpPr>
      <p:sp>
        <p:nvSpPr>
          <p:cNvPr id="184" name="Google Shape;184;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85" name="Google Shape;185;p18"/>
          <p:cNvSpPr txBox="1">
            <a:spLocks noGrp="1"/>
          </p:cNvSpPr>
          <p:nvPr>
            <p:ph type="body" idx="1"/>
          </p:nvPr>
        </p:nvSpPr>
        <p:spPr>
          <a:xfrm>
            <a:off x="713225" y="1085107"/>
            <a:ext cx="7708500" cy="9594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Font typeface="Hind SemiBold"/>
              <a:buChar char="●"/>
              <a:defRPr/>
            </a:lvl1pPr>
            <a:lvl2pPr marL="914400" lvl="1" indent="-317500" rtl="0">
              <a:lnSpc>
                <a:spcPct val="115000"/>
              </a:lnSpc>
              <a:spcBef>
                <a:spcPts val="1000"/>
              </a:spcBef>
              <a:spcAft>
                <a:spcPts val="0"/>
              </a:spcAft>
              <a:buSzPts val="1400"/>
              <a:buFont typeface="Darker Grotesque SemiBold"/>
              <a:buChar char="○"/>
              <a:defRPr/>
            </a:lvl2pPr>
            <a:lvl3pPr marL="1371600" lvl="2" indent="-317500" rtl="0">
              <a:lnSpc>
                <a:spcPct val="115000"/>
              </a:lnSpc>
              <a:spcBef>
                <a:spcPts val="0"/>
              </a:spcBef>
              <a:spcAft>
                <a:spcPts val="0"/>
              </a:spcAft>
              <a:buSzPts val="1400"/>
              <a:buFont typeface="Darker Grotesque SemiBold"/>
              <a:buChar char="■"/>
              <a:defRPr/>
            </a:lvl3pPr>
            <a:lvl4pPr marL="1828800" lvl="3" indent="-317500" rtl="0">
              <a:lnSpc>
                <a:spcPct val="115000"/>
              </a:lnSpc>
              <a:spcBef>
                <a:spcPts val="0"/>
              </a:spcBef>
              <a:spcAft>
                <a:spcPts val="0"/>
              </a:spcAft>
              <a:buSzPts val="1400"/>
              <a:buFont typeface="Darker Grotesque SemiBold"/>
              <a:buChar char="●"/>
              <a:defRPr/>
            </a:lvl4pPr>
            <a:lvl5pPr marL="2286000" lvl="4" indent="-317500" rtl="0">
              <a:lnSpc>
                <a:spcPct val="115000"/>
              </a:lnSpc>
              <a:spcBef>
                <a:spcPts val="0"/>
              </a:spcBef>
              <a:spcAft>
                <a:spcPts val="0"/>
              </a:spcAft>
              <a:buSzPts val="1400"/>
              <a:buFont typeface="Darker Grotesque SemiBold"/>
              <a:buChar char="○"/>
              <a:defRPr/>
            </a:lvl5pPr>
            <a:lvl6pPr marL="2743200" lvl="5" indent="-317500" rtl="0">
              <a:lnSpc>
                <a:spcPct val="115000"/>
              </a:lnSpc>
              <a:spcBef>
                <a:spcPts val="0"/>
              </a:spcBef>
              <a:spcAft>
                <a:spcPts val="0"/>
              </a:spcAft>
              <a:buSzPts val="1400"/>
              <a:buFont typeface="Darker Grotesque SemiBold"/>
              <a:buChar char="■"/>
              <a:defRPr/>
            </a:lvl6pPr>
            <a:lvl7pPr marL="3200400" lvl="6" indent="-317500" rtl="0">
              <a:lnSpc>
                <a:spcPct val="115000"/>
              </a:lnSpc>
              <a:spcBef>
                <a:spcPts val="0"/>
              </a:spcBef>
              <a:spcAft>
                <a:spcPts val="0"/>
              </a:spcAft>
              <a:buSzPts val="1400"/>
              <a:buFont typeface="Darker Grotesque SemiBold"/>
              <a:buChar char="●"/>
              <a:defRPr/>
            </a:lvl7pPr>
            <a:lvl8pPr marL="3657600" lvl="7" indent="-317500" rtl="0">
              <a:lnSpc>
                <a:spcPct val="115000"/>
              </a:lnSpc>
              <a:spcBef>
                <a:spcPts val="0"/>
              </a:spcBef>
              <a:spcAft>
                <a:spcPts val="0"/>
              </a:spcAft>
              <a:buSzPts val="1400"/>
              <a:buFont typeface="Darker Grotesque SemiBold"/>
              <a:buChar char="○"/>
              <a:defRPr/>
            </a:lvl8pPr>
            <a:lvl9pPr marL="4114800" lvl="8" indent="-317500" rtl="0">
              <a:lnSpc>
                <a:spcPct val="115000"/>
              </a:lnSpc>
              <a:spcBef>
                <a:spcPts val="0"/>
              </a:spcBef>
              <a:spcAft>
                <a:spcPts val="0"/>
              </a:spcAft>
              <a:buSzPts val="1400"/>
              <a:buFont typeface="Darker Grotesque SemiBold"/>
              <a:buChar char="■"/>
              <a:defRPr/>
            </a:lvl9pPr>
          </a:lstStyle>
          <a:p>
            <a:endParaRPr/>
          </a:p>
        </p:txBody>
      </p:sp>
      <p:grpSp>
        <p:nvGrpSpPr>
          <p:cNvPr id="186" name="Google Shape;186;p18"/>
          <p:cNvGrpSpPr/>
          <p:nvPr/>
        </p:nvGrpSpPr>
        <p:grpSpPr>
          <a:xfrm>
            <a:off x="-439000" y="0"/>
            <a:ext cx="9844000" cy="5143550"/>
            <a:chOff x="-439000" y="0"/>
            <a:chExt cx="9844000" cy="5143550"/>
          </a:xfrm>
        </p:grpSpPr>
        <p:grpSp>
          <p:nvGrpSpPr>
            <p:cNvPr id="187" name="Google Shape;187;p18"/>
            <p:cNvGrpSpPr/>
            <p:nvPr/>
          </p:nvGrpSpPr>
          <p:grpSpPr>
            <a:xfrm>
              <a:off x="7354500" y="4621550"/>
              <a:ext cx="2050500" cy="522000"/>
              <a:chOff x="7354500" y="4621550"/>
              <a:chExt cx="2050500" cy="522000"/>
            </a:xfrm>
          </p:grpSpPr>
          <p:sp>
            <p:nvSpPr>
              <p:cNvPr id="188" name="Google Shape;188;p18"/>
              <p:cNvSpPr/>
              <p:nvPr/>
            </p:nvSpPr>
            <p:spPr>
              <a:xfrm>
                <a:off x="8883000" y="4621550"/>
                <a:ext cx="522000" cy="522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189" name="Google Shape;189;p18"/>
              <p:cNvSpPr/>
              <p:nvPr/>
            </p:nvSpPr>
            <p:spPr>
              <a:xfrm>
                <a:off x="7354500" y="4752025"/>
                <a:ext cx="261000" cy="261000"/>
              </a:xfrm>
              <a:prstGeom prst="diamond">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190" name="Google Shape;190;p18"/>
              <p:cNvCxnSpPr>
                <a:endCxn id="188" idx="6"/>
              </p:cNvCxnSpPr>
              <p:nvPr/>
            </p:nvCxnSpPr>
            <p:spPr>
              <a:xfrm>
                <a:off x="7354500" y="4882550"/>
                <a:ext cx="2050500" cy="0"/>
              </a:xfrm>
              <a:prstGeom prst="straightConnector1">
                <a:avLst/>
              </a:prstGeom>
              <a:noFill/>
              <a:ln w="19050" cap="flat" cmpd="sng">
                <a:solidFill>
                  <a:schemeClr val="dk1"/>
                </a:solidFill>
                <a:prstDash val="solid"/>
                <a:round/>
                <a:headEnd type="none" w="med" len="med"/>
                <a:tailEnd type="none" w="med" len="med"/>
              </a:ln>
            </p:spPr>
          </p:cxnSp>
        </p:grpSp>
        <p:grpSp>
          <p:nvGrpSpPr>
            <p:cNvPr id="191" name="Google Shape;191;p18"/>
            <p:cNvGrpSpPr/>
            <p:nvPr/>
          </p:nvGrpSpPr>
          <p:grpSpPr>
            <a:xfrm>
              <a:off x="-439000" y="0"/>
              <a:ext cx="874800" cy="874800"/>
              <a:chOff x="8711225" y="0"/>
              <a:chExt cx="874800" cy="874800"/>
            </a:xfrm>
          </p:grpSpPr>
          <p:sp>
            <p:nvSpPr>
              <p:cNvPr id="192" name="Google Shape;192;p18"/>
              <p:cNvSpPr/>
              <p:nvPr/>
            </p:nvSpPr>
            <p:spPr>
              <a:xfrm>
                <a:off x="8711225" y="0"/>
                <a:ext cx="874800" cy="874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193" name="Google Shape;193;p18"/>
              <p:cNvSpPr/>
              <p:nvPr/>
            </p:nvSpPr>
            <p:spPr>
              <a:xfrm>
                <a:off x="8887625" y="176400"/>
                <a:ext cx="522000" cy="522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194" name="Google Shape;194;p18"/>
              <p:cNvCxnSpPr>
                <a:stCxn id="192" idx="2"/>
                <a:endCxn id="192" idx="6"/>
              </p:cNvCxnSpPr>
              <p:nvPr/>
            </p:nvCxnSpPr>
            <p:spPr>
              <a:xfrm>
                <a:off x="8711225" y="437400"/>
                <a:ext cx="874800" cy="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195"/>
        <p:cNvGrpSpPr/>
        <p:nvPr/>
      </p:nvGrpSpPr>
      <p:grpSpPr>
        <a:xfrm>
          <a:off x="0" y="0"/>
          <a:ext cx="0" cy="0"/>
          <a:chOff x="0" y="0"/>
          <a:chExt cx="0" cy="0"/>
        </a:xfrm>
      </p:grpSpPr>
      <p:sp>
        <p:nvSpPr>
          <p:cNvPr id="196" name="Google Shape;196;p19"/>
          <p:cNvSpPr txBox="1">
            <a:spLocks noGrp="1"/>
          </p:cNvSpPr>
          <p:nvPr>
            <p:ph type="ctrTitle"/>
          </p:nvPr>
        </p:nvSpPr>
        <p:spPr>
          <a:xfrm>
            <a:off x="4144900" y="585397"/>
            <a:ext cx="4284000" cy="985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5200"/>
              <a:buNone/>
              <a:defRPr sz="52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197" name="Google Shape;197;p19"/>
          <p:cNvSpPr txBox="1">
            <a:spLocks noGrp="1"/>
          </p:cNvSpPr>
          <p:nvPr>
            <p:ph type="subTitle" idx="1"/>
          </p:nvPr>
        </p:nvSpPr>
        <p:spPr>
          <a:xfrm>
            <a:off x="4144900" y="1458400"/>
            <a:ext cx="4284000" cy="1179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rtl="0">
              <a:lnSpc>
                <a:spcPct val="100000"/>
              </a:lnSpc>
              <a:spcBef>
                <a:spcPts val="0"/>
              </a:spcBef>
              <a:spcAft>
                <a:spcPts val="0"/>
              </a:spcAft>
              <a:buSzPts val="1800"/>
              <a:buNone/>
              <a:defRPr sz="1800"/>
            </a:lvl2pPr>
            <a:lvl3pPr lvl="2" rtl="0">
              <a:lnSpc>
                <a:spcPct val="100000"/>
              </a:lnSpc>
              <a:spcBef>
                <a:spcPts val="0"/>
              </a:spcBef>
              <a:spcAft>
                <a:spcPts val="0"/>
              </a:spcAft>
              <a:buSzPts val="1800"/>
              <a:buNone/>
              <a:defRPr sz="1800"/>
            </a:lvl3pPr>
            <a:lvl4pPr lvl="3" rtl="0">
              <a:lnSpc>
                <a:spcPct val="100000"/>
              </a:lnSpc>
              <a:spcBef>
                <a:spcPts val="0"/>
              </a:spcBef>
              <a:spcAft>
                <a:spcPts val="0"/>
              </a:spcAft>
              <a:buSzPts val="1800"/>
              <a:buNone/>
              <a:defRPr sz="1800"/>
            </a:lvl4pPr>
            <a:lvl5pPr lvl="4" rtl="0">
              <a:lnSpc>
                <a:spcPct val="100000"/>
              </a:lnSpc>
              <a:spcBef>
                <a:spcPts val="0"/>
              </a:spcBef>
              <a:spcAft>
                <a:spcPts val="0"/>
              </a:spcAft>
              <a:buSzPts val="1800"/>
              <a:buNone/>
              <a:defRPr sz="1800"/>
            </a:lvl5pPr>
            <a:lvl6pPr lvl="5" rtl="0">
              <a:lnSpc>
                <a:spcPct val="100000"/>
              </a:lnSpc>
              <a:spcBef>
                <a:spcPts val="0"/>
              </a:spcBef>
              <a:spcAft>
                <a:spcPts val="0"/>
              </a:spcAft>
              <a:buSzPts val="1800"/>
              <a:buNone/>
              <a:defRPr sz="1800"/>
            </a:lvl6pPr>
            <a:lvl7pPr lvl="6" rtl="0">
              <a:lnSpc>
                <a:spcPct val="100000"/>
              </a:lnSpc>
              <a:spcBef>
                <a:spcPts val="0"/>
              </a:spcBef>
              <a:spcAft>
                <a:spcPts val="0"/>
              </a:spcAft>
              <a:buSzPts val="1800"/>
              <a:buNone/>
              <a:defRPr sz="1800"/>
            </a:lvl7pPr>
            <a:lvl8pPr lvl="7" rtl="0">
              <a:lnSpc>
                <a:spcPct val="100000"/>
              </a:lnSpc>
              <a:spcBef>
                <a:spcPts val="0"/>
              </a:spcBef>
              <a:spcAft>
                <a:spcPts val="0"/>
              </a:spcAft>
              <a:buSzPts val="1800"/>
              <a:buNone/>
              <a:defRPr sz="1800"/>
            </a:lvl8pPr>
            <a:lvl9pPr lvl="8" rtl="0">
              <a:lnSpc>
                <a:spcPct val="100000"/>
              </a:lnSpc>
              <a:spcBef>
                <a:spcPts val="0"/>
              </a:spcBef>
              <a:spcAft>
                <a:spcPts val="0"/>
              </a:spcAft>
              <a:buSzPts val="1800"/>
              <a:buNone/>
              <a:defRPr sz="1800"/>
            </a:lvl9pPr>
          </a:lstStyle>
          <a:p>
            <a:endParaRPr/>
          </a:p>
        </p:txBody>
      </p:sp>
      <p:sp>
        <p:nvSpPr>
          <p:cNvPr id="198" name="Google Shape;198;p19"/>
          <p:cNvSpPr txBox="1"/>
          <p:nvPr/>
        </p:nvSpPr>
        <p:spPr>
          <a:xfrm>
            <a:off x="4144900" y="3427364"/>
            <a:ext cx="3955200" cy="7389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b="1">
                <a:solidFill>
                  <a:schemeClr val="dk1"/>
                </a:solidFill>
                <a:latin typeface="Hind"/>
                <a:ea typeface="Hind"/>
                <a:cs typeface="Hind"/>
                <a:sym typeface="Hind"/>
              </a:rPr>
              <a:t>CREDITS:</a:t>
            </a:r>
            <a:r>
              <a:rPr lang="en" sz="1200">
                <a:solidFill>
                  <a:schemeClr val="dk1"/>
                </a:solidFill>
                <a:latin typeface="Hind"/>
                <a:ea typeface="Hind"/>
                <a:cs typeface="Hind"/>
                <a:sym typeface="Hind"/>
              </a:rPr>
              <a:t> This presentation template was created by </a:t>
            </a:r>
            <a:r>
              <a:rPr lang="en" sz="1200" b="1">
                <a:solidFill>
                  <a:schemeClr val="dk1"/>
                </a:solidFill>
                <a:uFill>
                  <a:noFill/>
                </a:uFill>
                <a:latin typeface="Hind"/>
                <a:ea typeface="Hind"/>
                <a:cs typeface="Hind"/>
                <a:sym typeface="Hind"/>
                <a:hlinkClick r:id="rId2">
                  <a:extLst>
                    <a:ext uri="{A12FA001-AC4F-418D-AE19-62706E023703}">
                      <ahyp:hlinkClr xmlns:ahyp="http://schemas.microsoft.com/office/drawing/2018/hyperlinkcolor" val="tx"/>
                    </a:ext>
                  </a:extLst>
                </a:hlinkClick>
              </a:rPr>
              <a:t>Slidesgo</a:t>
            </a:r>
            <a:r>
              <a:rPr lang="en" sz="1200">
                <a:solidFill>
                  <a:schemeClr val="dk1"/>
                </a:solidFill>
                <a:latin typeface="Hind"/>
                <a:ea typeface="Hind"/>
                <a:cs typeface="Hind"/>
                <a:sym typeface="Hind"/>
              </a:rPr>
              <a:t>, and includes icons by </a:t>
            </a:r>
            <a:r>
              <a:rPr lang="en" sz="1200" b="1">
                <a:solidFill>
                  <a:schemeClr val="dk1"/>
                </a:solidFill>
                <a:uFill>
                  <a:noFill/>
                </a:uFill>
                <a:latin typeface="Hind"/>
                <a:ea typeface="Hind"/>
                <a:cs typeface="Hind"/>
                <a:sym typeface="Hind"/>
                <a:hlinkClick r:id="rId3">
                  <a:extLst>
                    <a:ext uri="{A12FA001-AC4F-418D-AE19-62706E023703}">
                      <ahyp:hlinkClr xmlns:ahyp="http://schemas.microsoft.com/office/drawing/2018/hyperlinkcolor" val="tx"/>
                    </a:ext>
                  </a:extLst>
                </a:hlinkClick>
              </a:rPr>
              <a:t>Flaticon</a:t>
            </a:r>
            <a:r>
              <a:rPr lang="en" sz="1200">
                <a:solidFill>
                  <a:schemeClr val="dk1"/>
                </a:solidFill>
                <a:latin typeface="Hind"/>
                <a:ea typeface="Hind"/>
                <a:cs typeface="Hind"/>
                <a:sym typeface="Hind"/>
              </a:rPr>
              <a:t>, and infographics &amp; images by </a:t>
            </a:r>
            <a:r>
              <a:rPr lang="en" sz="1200" b="1">
                <a:solidFill>
                  <a:schemeClr val="dk1"/>
                </a:solidFill>
                <a:uFill>
                  <a:noFill/>
                </a:uFill>
                <a:latin typeface="Hind"/>
                <a:ea typeface="Hind"/>
                <a:cs typeface="Hind"/>
                <a:sym typeface="Hind"/>
                <a:hlinkClick r:id="rId4">
                  <a:extLst>
                    <a:ext uri="{A12FA001-AC4F-418D-AE19-62706E023703}">
                      <ahyp:hlinkClr xmlns:ahyp="http://schemas.microsoft.com/office/drawing/2018/hyperlinkcolor" val="tx"/>
                    </a:ext>
                  </a:extLst>
                </a:hlinkClick>
              </a:rPr>
              <a:t>Freepik</a:t>
            </a:r>
            <a:r>
              <a:rPr lang="en" sz="1200">
                <a:solidFill>
                  <a:schemeClr val="dk1"/>
                </a:solidFill>
                <a:latin typeface="Hind"/>
                <a:ea typeface="Hind"/>
                <a:cs typeface="Hind"/>
                <a:sym typeface="Hind"/>
              </a:rPr>
              <a:t> </a:t>
            </a:r>
            <a:endParaRPr sz="1200" b="1">
              <a:solidFill>
                <a:schemeClr val="dk1"/>
              </a:solidFill>
              <a:latin typeface="Hind"/>
              <a:ea typeface="Hind"/>
              <a:cs typeface="Hind"/>
              <a:sym typeface="Hind"/>
            </a:endParaRPr>
          </a:p>
        </p:txBody>
      </p:sp>
      <p:grpSp>
        <p:nvGrpSpPr>
          <p:cNvPr id="199" name="Google Shape;199;p19"/>
          <p:cNvGrpSpPr/>
          <p:nvPr/>
        </p:nvGrpSpPr>
        <p:grpSpPr>
          <a:xfrm>
            <a:off x="-261000" y="-176475"/>
            <a:ext cx="9862200" cy="5319975"/>
            <a:chOff x="-261000" y="-176475"/>
            <a:chExt cx="9862200" cy="5319975"/>
          </a:xfrm>
        </p:grpSpPr>
        <p:grpSp>
          <p:nvGrpSpPr>
            <p:cNvPr id="200" name="Google Shape;200;p19"/>
            <p:cNvGrpSpPr/>
            <p:nvPr/>
          </p:nvGrpSpPr>
          <p:grpSpPr>
            <a:xfrm>
              <a:off x="-261000" y="4621500"/>
              <a:ext cx="2050500" cy="522000"/>
              <a:chOff x="-261000" y="0"/>
              <a:chExt cx="2050500" cy="522000"/>
            </a:xfrm>
          </p:grpSpPr>
          <p:sp>
            <p:nvSpPr>
              <p:cNvPr id="201" name="Google Shape;201;p19"/>
              <p:cNvSpPr/>
              <p:nvPr/>
            </p:nvSpPr>
            <p:spPr>
              <a:xfrm flipH="1">
                <a:off x="-261000" y="0"/>
                <a:ext cx="522000" cy="5220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202" name="Google Shape;202;p19"/>
              <p:cNvSpPr/>
              <p:nvPr/>
            </p:nvSpPr>
            <p:spPr>
              <a:xfrm flipH="1">
                <a:off x="1528500" y="130475"/>
                <a:ext cx="261000" cy="261000"/>
              </a:xfrm>
              <a:prstGeom prst="diamond">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203" name="Google Shape;203;p19"/>
              <p:cNvCxnSpPr>
                <a:endCxn id="201" idx="6"/>
              </p:cNvCxnSpPr>
              <p:nvPr/>
            </p:nvCxnSpPr>
            <p:spPr>
              <a:xfrm rot="10800000">
                <a:off x="-261000" y="261000"/>
                <a:ext cx="2050500" cy="0"/>
              </a:xfrm>
              <a:prstGeom prst="straightConnector1">
                <a:avLst/>
              </a:prstGeom>
              <a:noFill/>
              <a:ln w="19050" cap="flat" cmpd="sng">
                <a:solidFill>
                  <a:schemeClr val="dk1"/>
                </a:solidFill>
                <a:prstDash val="solid"/>
                <a:round/>
                <a:headEnd type="none" w="med" len="med"/>
                <a:tailEnd type="none" w="med" len="med"/>
              </a:ln>
            </p:spPr>
          </p:cxnSp>
        </p:grpSp>
        <p:grpSp>
          <p:nvGrpSpPr>
            <p:cNvPr id="204" name="Google Shape;204;p19"/>
            <p:cNvGrpSpPr/>
            <p:nvPr/>
          </p:nvGrpSpPr>
          <p:grpSpPr>
            <a:xfrm>
              <a:off x="7375100" y="-176475"/>
              <a:ext cx="2226100" cy="874800"/>
              <a:chOff x="0" y="-176475"/>
              <a:chExt cx="2226100" cy="874800"/>
            </a:xfrm>
          </p:grpSpPr>
          <p:sp>
            <p:nvSpPr>
              <p:cNvPr id="205" name="Google Shape;205;p19"/>
              <p:cNvSpPr/>
              <p:nvPr/>
            </p:nvSpPr>
            <p:spPr>
              <a:xfrm>
                <a:off x="1351300" y="-176475"/>
                <a:ext cx="874800" cy="8748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206" name="Google Shape;206;p19"/>
              <p:cNvSpPr/>
              <p:nvPr/>
            </p:nvSpPr>
            <p:spPr>
              <a:xfrm>
                <a:off x="261000" y="130475"/>
                <a:ext cx="1237200" cy="2610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207" name="Google Shape;207;p19"/>
              <p:cNvCxnSpPr/>
              <p:nvPr/>
            </p:nvCxnSpPr>
            <p:spPr>
              <a:xfrm>
                <a:off x="0" y="260950"/>
                <a:ext cx="1789500" cy="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208"/>
        <p:cNvGrpSpPr/>
        <p:nvPr/>
      </p:nvGrpSpPr>
      <p:grpSpPr>
        <a:xfrm>
          <a:off x="0" y="0"/>
          <a:ext cx="0" cy="0"/>
          <a:chOff x="0" y="0"/>
          <a:chExt cx="0" cy="0"/>
        </a:xfrm>
      </p:grpSpPr>
      <p:grpSp>
        <p:nvGrpSpPr>
          <p:cNvPr id="209" name="Google Shape;209;p20"/>
          <p:cNvGrpSpPr/>
          <p:nvPr/>
        </p:nvGrpSpPr>
        <p:grpSpPr>
          <a:xfrm rot="10800000" flipH="1">
            <a:off x="0" y="-24075"/>
            <a:ext cx="9405000" cy="5320025"/>
            <a:chOff x="0" y="-176475"/>
            <a:chExt cx="9405000" cy="5320025"/>
          </a:xfrm>
        </p:grpSpPr>
        <p:grpSp>
          <p:nvGrpSpPr>
            <p:cNvPr id="210" name="Google Shape;210;p20"/>
            <p:cNvGrpSpPr/>
            <p:nvPr/>
          </p:nvGrpSpPr>
          <p:grpSpPr>
            <a:xfrm>
              <a:off x="0" y="-176475"/>
              <a:ext cx="2226100" cy="874800"/>
              <a:chOff x="0" y="-176475"/>
              <a:chExt cx="2226100" cy="874800"/>
            </a:xfrm>
          </p:grpSpPr>
          <p:sp>
            <p:nvSpPr>
              <p:cNvPr id="211" name="Google Shape;211;p20"/>
              <p:cNvSpPr/>
              <p:nvPr/>
            </p:nvSpPr>
            <p:spPr>
              <a:xfrm>
                <a:off x="1351300" y="-176475"/>
                <a:ext cx="874800" cy="8748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212" name="Google Shape;212;p20"/>
              <p:cNvSpPr/>
              <p:nvPr/>
            </p:nvSpPr>
            <p:spPr>
              <a:xfrm>
                <a:off x="261000" y="130475"/>
                <a:ext cx="1237200" cy="2610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213" name="Google Shape;213;p20"/>
              <p:cNvCxnSpPr/>
              <p:nvPr/>
            </p:nvCxnSpPr>
            <p:spPr>
              <a:xfrm>
                <a:off x="0" y="260950"/>
                <a:ext cx="1789500" cy="0"/>
              </a:xfrm>
              <a:prstGeom prst="straightConnector1">
                <a:avLst/>
              </a:prstGeom>
              <a:noFill/>
              <a:ln w="19050" cap="flat" cmpd="sng">
                <a:solidFill>
                  <a:schemeClr val="dk1"/>
                </a:solidFill>
                <a:prstDash val="solid"/>
                <a:round/>
                <a:headEnd type="none" w="med" len="med"/>
                <a:tailEnd type="none" w="med" len="med"/>
              </a:ln>
            </p:spPr>
          </p:cxnSp>
        </p:grpSp>
        <p:grpSp>
          <p:nvGrpSpPr>
            <p:cNvPr id="214" name="Google Shape;214;p20"/>
            <p:cNvGrpSpPr/>
            <p:nvPr/>
          </p:nvGrpSpPr>
          <p:grpSpPr>
            <a:xfrm>
              <a:off x="7354500" y="4621550"/>
              <a:ext cx="2050500" cy="522000"/>
              <a:chOff x="7354500" y="4621550"/>
              <a:chExt cx="2050500" cy="522000"/>
            </a:xfrm>
          </p:grpSpPr>
          <p:sp>
            <p:nvSpPr>
              <p:cNvPr id="215" name="Google Shape;215;p20"/>
              <p:cNvSpPr/>
              <p:nvPr/>
            </p:nvSpPr>
            <p:spPr>
              <a:xfrm>
                <a:off x="8883000" y="4621550"/>
                <a:ext cx="522000" cy="5220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216" name="Google Shape;216;p20"/>
              <p:cNvSpPr/>
              <p:nvPr/>
            </p:nvSpPr>
            <p:spPr>
              <a:xfrm>
                <a:off x="7354500" y="4752025"/>
                <a:ext cx="261000" cy="261000"/>
              </a:xfrm>
              <a:prstGeom prst="diamond">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217" name="Google Shape;217;p20"/>
              <p:cNvCxnSpPr>
                <a:endCxn id="215" idx="6"/>
              </p:cNvCxnSpPr>
              <p:nvPr/>
            </p:nvCxnSpPr>
            <p:spPr>
              <a:xfrm>
                <a:off x="7354500" y="4882550"/>
                <a:ext cx="2050500" cy="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218"/>
        <p:cNvGrpSpPr/>
        <p:nvPr/>
      </p:nvGrpSpPr>
      <p:grpSpPr>
        <a:xfrm>
          <a:off x="0" y="0"/>
          <a:ext cx="0" cy="0"/>
          <a:chOff x="0" y="0"/>
          <a:chExt cx="0" cy="0"/>
        </a:xfrm>
      </p:grpSpPr>
      <p:grpSp>
        <p:nvGrpSpPr>
          <p:cNvPr id="219" name="Google Shape;219;p21"/>
          <p:cNvGrpSpPr/>
          <p:nvPr/>
        </p:nvGrpSpPr>
        <p:grpSpPr>
          <a:xfrm rot="10800000" flipH="1">
            <a:off x="227100" y="-187650"/>
            <a:ext cx="8916900" cy="5507599"/>
            <a:chOff x="227100" y="-187650"/>
            <a:chExt cx="8916900" cy="5507599"/>
          </a:xfrm>
        </p:grpSpPr>
        <p:grpSp>
          <p:nvGrpSpPr>
            <p:cNvPr id="220" name="Google Shape;220;p21"/>
            <p:cNvGrpSpPr/>
            <p:nvPr/>
          </p:nvGrpSpPr>
          <p:grpSpPr>
            <a:xfrm>
              <a:off x="7354490" y="4445149"/>
              <a:ext cx="1789510" cy="874800"/>
              <a:chOff x="7354490" y="4445149"/>
              <a:chExt cx="1789510" cy="874800"/>
            </a:xfrm>
          </p:grpSpPr>
          <p:sp>
            <p:nvSpPr>
              <p:cNvPr id="221" name="Google Shape;221;p21"/>
              <p:cNvSpPr/>
              <p:nvPr/>
            </p:nvSpPr>
            <p:spPr>
              <a:xfrm>
                <a:off x="7354490" y="4445149"/>
                <a:ext cx="874800" cy="874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222" name="Google Shape;222;p21"/>
              <p:cNvSpPr/>
              <p:nvPr/>
            </p:nvSpPr>
            <p:spPr>
              <a:xfrm>
                <a:off x="7661375" y="4752049"/>
                <a:ext cx="261000" cy="261000"/>
              </a:xfrm>
              <a:prstGeom prst="diamond">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223" name="Google Shape;223;p21"/>
              <p:cNvSpPr/>
              <p:nvPr/>
            </p:nvSpPr>
            <p:spPr>
              <a:xfrm>
                <a:off x="8883000" y="4752050"/>
                <a:ext cx="261000" cy="261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224" name="Google Shape;224;p21"/>
              <p:cNvCxnSpPr/>
              <p:nvPr/>
            </p:nvCxnSpPr>
            <p:spPr>
              <a:xfrm>
                <a:off x="7354500" y="4882550"/>
                <a:ext cx="1789500" cy="0"/>
              </a:xfrm>
              <a:prstGeom prst="straightConnector1">
                <a:avLst/>
              </a:prstGeom>
              <a:noFill/>
              <a:ln w="19050" cap="flat" cmpd="sng">
                <a:solidFill>
                  <a:schemeClr val="dk1"/>
                </a:solidFill>
                <a:prstDash val="solid"/>
                <a:round/>
                <a:headEnd type="none" w="med" len="med"/>
                <a:tailEnd type="none" w="med" len="med"/>
              </a:ln>
            </p:spPr>
          </p:cxnSp>
        </p:grpSp>
        <p:grpSp>
          <p:nvGrpSpPr>
            <p:cNvPr id="225" name="Google Shape;225;p21"/>
            <p:cNvGrpSpPr/>
            <p:nvPr/>
          </p:nvGrpSpPr>
          <p:grpSpPr>
            <a:xfrm>
              <a:off x="227100" y="-187650"/>
              <a:ext cx="261000" cy="1977150"/>
              <a:chOff x="227100" y="-187650"/>
              <a:chExt cx="261000" cy="1977150"/>
            </a:xfrm>
          </p:grpSpPr>
          <p:sp>
            <p:nvSpPr>
              <p:cNvPr id="226" name="Google Shape;226;p21"/>
              <p:cNvSpPr/>
              <p:nvPr/>
            </p:nvSpPr>
            <p:spPr>
              <a:xfrm rot="5400000">
                <a:off x="-261000" y="300450"/>
                <a:ext cx="1237200" cy="2610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227" name="Google Shape;227;p21"/>
              <p:cNvSpPr/>
              <p:nvPr/>
            </p:nvSpPr>
            <p:spPr>
              <a:xfrm>
                <a:off x="227100" y="1528500"/>
                <a:ext cx="261000" cy="261000"/>
              </a:xfrm>
              <a:prstGeom prst="diamond">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cxnSp>
            <p:nvCxnSpPr>
              <p:cNvPr id="228" name="Google Shape;228;p21"/>
              <p:cNvCxnSpPr/>
              <p:nvPr/>
            </p:nvCxnSpPr>
            <p:spPr>
              <a:xfrm>
                <a:off x="357600" y="0"/>
                <a:ext cx="0" cy="178950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Archivo"/>
              <a:buNone/>
              <a:defRPr sz="3000" b="1">
                <a:solidFill>
                  <a:schemeClr val="dk1"/>
                </a:solidFill>
                <a:latin typeface="Archivo"/>
                <a:ea typeface="Archivo"/>
                <a:cs typeface="Archivo"/>
                <a:sym typeface="Archivo"/>
              </a:defRPr>
            </a:lvl1pPr>
            <a:lvl2pPr lvl="1" rtl="0">
              <a:spcBef>
                <a:spcPts val="0"/>
              </a:spcBef>
              <a:spcAft>
                <a:spcPts val="0"/>
              </a:spcAft>
              <a:buClr>
                <a:schemeClr val="dk1"/>
              </a:buClr>
              <a:buSzPts val="3000"/>
              <a:buFont typeface="Archivo"/>
              <a:buNone/>
              <a:defRPr sz="3000" b="1">
                <a:solidFill>
                  <a:schemeClr val="dk1"/>
                </a:solidFill>
                <a:latin typeface="Archivo"/>
                <a:ea typeface="Archivo"/>
                <a:cs typeface="Archivo"/>
                <a:sym typeface="Archivo"/>
              </a:defRPr>
            </a:lvl2pPr>
            <a:lvl3pPr lvl="2" rtl="0">
              <a:spcBef>
                <a:spcPts val="0"/>
              </a:spcBef>
              <a:spcAft>
                <a:spcPts val="0"/>
              </a:spcAft>
              <a:buClr>
                <a:schemeClr val="dk1"/>
              </a:buClr>
              <a:buSzPts val="3000"/>
              <a:buFont typeface="Archivo"/>
              <a:buNone/>
              <a:defRPr sz="3000" b="1">
                <a:solidFill>
                  <a:schemeClr val="dk1"/>
                </a:solidFill>
                <a:latin typeface="Archivo"/>
                <a:ea typeface="Archivo"/>
                <a:cs typeface="Archivo"/>
                <a:sym typeface="Archivo"/>
              </a:defRPr>
            </a:lvl3pPr>
            <a:lvl4pPr lvl="3" rtl="0">
              <a:spcBef>
                <a:spcPts val="0"/>
              </a:spcBef>
              <a:spcAft>
                <a:spcPts val="0"/>
              </a:spcAft>
              <a:buClr>
                <a:schemeClr val="dk1"/>
              </a:buClr>
              <a:buSzPts val="3000"/>
              <a:buFont typeface="Archivo"/>
              <a:buNone/>
              <a:defRPr sz="3000" b="1">
                <a:solidFill>
                  <a:schemeClr val="dk1"/>
                </a:solidFill>
                <a:latin typeface="Archivo"/>
                <a:ea typeface="Archivo"/>
                <a:cs typeface="Archivo"/>
                <a:sym typeface="Archivo"/>
              </a:defRPr>
            </a:lvl4pPr>
            <a:lvl5pPr lvl="4" rtl="0">
              <a:spcBef>
                <a:spcPts val="0"/>
              </a:spcBef>
              <a:spcAft>
                <a:spcPts val="0"/>
              </a:spcAft>
              <a:buClr>
                <a:schemeClr val="dk1"/>
              </a:buClr>
              <a:buSzPts val="3000"/>
              <a:buFont typeface="Archivo"/>
              <a:buNone/>
              <a:defRPr sz="3000" b="1">
                <a:solidFill>
                  <a:schemeClr val="dk1"/>
                </a:solidFill>
                <a:latin typeface="Archivo"/>
                <a:ea typeface="Archivo"/>
                <a:cs typeface="Archivo"/>
                <a:sym typeface="Archivo"/>
              </a:defRPr>
            </a:lvl5pPr>
            <a:lvl6pPr lvl="5" rtl="0">
              <a:spcBef>
                <a:spcPts val="0"/>
              </a:spcBef>
              <a:spcAft>
                <a:spcPts val="0"/>
              </a:spcAft>
              <a:buClr>
                <a:schemeClr val="dk1"/>
              </a:buClr>
              <a:buSzPts val="3000"/>
              <a:buFont typeface="Archivo"/>
              <a:buNone/>
              <a:defRPr sz="3000" b="1">
                <a:solidFill>
                  <a:schemeClr val="dk1"/>
                </a:solidFill>
                <a:latin typeface="Archivo"/>
                <a:ea typeface="Archivo"/>
                <a:cs typeface="Archivo"/>
                <a:sym typeface="Archivo"/>
              </a:defRPr>
            </a:lvl6pPr>
            <a:lvl7pPr lvl="6" rtl="0">
              <a:spcBef>
                <a:spcPts val="0"/>
              </a:spcBef>
              <a:spcAft>
                <a:spcPts val="0"/>
              </a:spcAft>
              <a:buClr>
                <a:schemeClr val="dk1"/>
              </a:buClr>
              <a:buSzPts val="3000"/>
              <a:buFont typeface="Archivo"/>
              <a:buNone/>
              <a:defRPr sz="3000" b="1">
                <a:solidFill>
                  <a:schemeClr val="dk1"/>
                </a:solidFill>
                <a:latin typeface="Archivo"/>
                <a:ea typeface="Archivo"/>
                <a:cs typeface="Archivo"/>
                <a:sym typeface="Archivo"/>
              </a:defRPr>
            </a:lvl7pPr>
            <a:lvl8pPr lvl="7" rtl="0">
              <a:spcBef>
                <a:spcPts val="0"/>
              </a:spcBef>
              <a:spcAft>
                <a:spcPts val="0"/>
              </a:spcAft>
              <a:buClr>
                <a:schemeClr val="dk1"/>
              </a:buClr>
              <a:buSzPts val="3000"/>
              <a:buFont typeface="Archivo"/>
              <a:buNone/>
              <a:defRPr sz="3000" b="1">
                <a:solidFill>
                  <a:schemeClr val="dk1"/>
                </a:solidFill>
                <a:latin typeface="Archivo"/>
                <a:ea typeface="Archivo"/>
                <a:cs typeface="Archivo"/>
                <a:sym typeface="Archivo"/>
              </a:defRPr>
            </a:lvl8pPr>
            <a:lvl9pPr lvl="8" rtl="0">
              <a:spcBef>
                <a:spcPts val="0"/>
              </a:spcBef>
              <a:spcAft>
                <a:spcPts val="0"/>
              </a:spcAft>
              <a:buClr>
                <a:schemeClr val="dk1"/>
              </a:buClr>
              <a:buSzPts val="3000"/>
              <a:buFont typeface="Archivo"/>
              <a:buNone/>
              <a:defRPr sz="3000" b="1">
                <a:solidFill>
                  <a:schemeClr val="dk1"/>
                </a:solidFill>
                <a:latin typeface="Archivo"/>
                <a:ea typeface="Archivo"/>
                <a:cs typeface="Archivo"/>
                <a:sym typeface="Archiv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Hind"/>
              <a:buChar char="●"/>
              <a:defRPr>
                <a:solidFill>
                  <a:schemeClr val="dk1"/>
                </a:solidFill>
                <a:latin typeface="Hind"/>
                <a:ea typeface="Hind"/>
                <a:cs typeface="Hind"/>
                <a:sym typeface="Hind"/>
              </a:defRPr>
            </a:lvl1pPr>
            <a:lvl2pPr marL="914400" lvl="1"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2pPr>
            <a:lvl3pPr marL="1371600" lvl="2"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3pPr>
            <a:lvl4pPr marL="1828800" lvl="3"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4pPr>
            <a:lvl5pPr marL="2286000" lvl="4"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5pPr>
            <a:lvl6pPr marL="2743200" lvl="5"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6pPr>
            <a:lvl7pPr marL="3200400" lvl="6"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7pPr>
            <a:lvl8pPr marL="3657600" lvl="7" indent="-317500">
              <a:lnSpc>
                <a:spcPct val="100000"/>
              </a:lnSpc>
              <a:spcBef>
                <a:spcPts val="1600"/>
              </a:spcBef>
              <a:spcAft>
                <a:spcPts val="0"/>
              </a:spcAft>
              <a:buClr>
                <a:schemeClr val="dk1"/>
              </a:buClr>
              <a:buSzPts val="1400"/>
              <a:buFont typeface="Hind"/>
              <a:buChar char="○"/>
              <a:defRPr>
                <a:solidFill>
                  <a:schemeClr val="dk1"/>
                </a:solidFill>
                <a:latin typeface="Hind"/>
                <a:ea typeface="Hind"/>
                <a:cs typeface="Hind"/>
                <a:sym typeface="Hind"/>
              </a:defRPr>
            </a:lvl8pPr>
            <a:lvl9pPr marL="4114800" lvl="8" indent="-317500">
              <a:lnSpc>
                <a:spcPct val="100000"/>
              </a:lnSpc>
              <a:spcBef>
                <a:spcPts val="1600"/>
              </a:spcBef>
              <a:spcAft>
                <a:spcPts val="1600"/>
              </a:spcAft>
              <a:buClr>
                <a:schemeClr val="dk1"/>
              </a:buClr>
              <a:buSzPts val="1400"/>
              <a:buFont typeface="Hind"/>
              <a:buChar char="■"/>
              <a:defRPr>
                <a:solidFill>
                  <a:schemeClr val="dk1"/>
                </a:solidFill>
                <a:latin typeface="Hind"/>
                <a:ea typeface="Hind"/>
                <a:cs typeface="Hind"/>
                <a:sym typeface="Hin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4" r:id="rId15"/>
    <p:sldLayoutId id="2147483665" r:id="rId16"/>
    <p:sldLayoutId id="2147483666" r:id="rId17"/>
    <p:sldLayoutId id="2147483667"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5F0"/>
        </a:solidFill>
        <a:effectLst/>
      </p:bgPr>
    </p:bg>
    <p:spTree>
      <p:nvGrpSpPr>
        <p:cNvPr id="1" name="Shape 243"/>
        <p:cNvGrpSpPr/>
        <p:nvPr/>
      </p:nvGrpSpPr>
      <p:grpSpPr>
        <a:xfrm>
          <a:off x="0" y="0"/>
          <a:ext cx="0" cy="0"/>
          <a:chOff x="0" y="0"/>
          <a:chExt cx="0" cy="0"/>
        </a:xfrm>
      </p:grpSpPr>
      <p:sp>
        <p:nvSpPr>
          <p:cNvPr id="244" name="Google Shape;244;p26"/>
          <p:cNvSpPr txBox="1">
            <a:spLocks noGrp="1"/>
          </p:cNvSpPr>
          <p:nvPr>
            <p:ph type="ctrTitle"/>
          </p:nvPr>
        </p:nvSpPr>
        <p:spPr>
          <a:xfrm>
            <a:off x="715100" y="323193"/>
            <a:ext cx="4578900" cy="3393378"/>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altLang="zh-CN" sz="4400" dirty="0">
                <a:solidFill>
                  <a:schemeClr val="dk2"/>
                </a:solidFill>
              </a:rPr>
              <a:t>What is The </a:t>
            </a:r>
            <a:r>
              <a:rPr lang="en-US" altLang="zh-CN" dirty="0">
                <a:solidFill>
                  <a:schemeClr val="dk2"/>
                </a:solidFill>
              </a:rPr>
              <a:t>B</a:t>
            </a:r>
            <a:r>
              <a:rPr lang="en-US" altLang="zh-CN" sz="4400" dirty="0">
                <a:solidFill>
                  <a:schemeClr val="dk2"/>
                </a:solidFill>
              </a:rPr>
              <a:t>est </a:t>
            </a:r>
            <a:r>
              <a:rPr lang="en-US" altLang="zh-CN" dirty="0">
                <a:solidFill>
                  <a:schemeClr val="dk2"/>
                </a:solidFill>
              </a:rPr>
              <a:t>W</a:t>
            </a:r>
            <a:r>
              <a:rPr lang="en-US" altLang="zh-CN" sz="4400" dirty="0">
                <a:solidFill>
                  <a:schemeClr val="dk2"/>
                </a:solidFill>
              </a:rPr>
              <a:t>ay to Mitigate </a:t>
            </a:r>
            <a:r>
              <a:rPr lang="en-US" altLang="zh-CN" dirty="0">
                <a:solidFill>
                  <a:schemeClr val="dk2"/>
                </a:solidFill>
              </a:rPr>
              <a:t>L</a:t>
            </a:r>
            <a:r>
              <a:rPr lang="en-US" altLang="zh-CN" sz="4400" dirty="0">
                <a:solidFill>
                  <a:schemeClr val="dk2"/>
                </a:solidFill>
              </a:rPr>
              <a:t>oneliness in Modern </a:t>
            </a:r>
            <a:r>
              <a:rPr lang="en-US" altLang="zh-CN" dirty="0">
                <a:solidFill>
                  <a:schemeClr val="dk2"/>
                </a:solidFill>
              </a:rPr>
              <a:t>S</a:t>
            </a:r>
            <a:r>
              <a:rPr lang="en-US" altLang="zh-CN" sz="4400" dirty="0">
                <a:solidFill>
                  <a:schemeClr val="dk2"/>
                </a:solidFill>
              </a:rPr>
              <a:t>ociety?</a:t>
            </a:r>
          </a:p>
        </p:txBody>
      </p:sp>
      <p:sp>
        <p:nvSpPr>
          <p:cNvPr id="245" name="Google Shape;245;p26"/>
          <p:cNvSpPr txBox="1">
            <a:spLocks noGrp="1"/>
          </p:cNvSpPr>
          <p:nvPr>
            <p:ph type="subTitle" idx="1"/>
          </p:nvPr>
        </p:nvSpPr>
        <p:spPr>
          <a:xfrm>
            <a:off x="176090" y="4050306"/>
            <a:ext cx="5656919" cy="40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By: </a:t>
            </a:r>
            <a:r>
              <a:rPr lang="en-US" dirty="0" err="1"/>
              <a:t>Abhinn</a:t>
            </a:r>
            <a:r>
              <a:rPr lang="en-US" dirty="0"/>
              <a:t> Kaushik, </a:t>
            </a:r>
            <a:r>
              <a:rPr lang="en-US" dirty="0" err="1"/>
              <a:t>Xujia</a:t>
            </a:r>
            <a:r>
              <a:rPr lang="en-US" dirty="0"/>
              <a:t> Shen, Yifan Qiu, Yongjun Du</a:t>
            </a:r>
          </a:p>
          <a:p>
            <a:pPr marL="0" lvl="0" indent="0" algn="l" rtl="0">
              <a:spcBef>
                <a:spcPts val="0"/>
              </a:spcBef>
              <a:spcAft>
                <a:spcPts val="0"/>
              </a:spcAft>
              <a:buNone/>
            </a:pPr>
            <a:r>
              <a:rPr lang="en-US" sz="1200" dirty="0"/>
              <a:t>*The names are listed in alphabetical order and do not reflect the extent of individual contributions.</a:t>
            </a:r>
          </a:p>
        </p:txBody>
      </p:sp>
      <p:sp>
        <p:nvSpPr>
          <p:cNvPr id="246" name="Google Shape;246;p26"/>
          <p:cNvSpPr/>
          <p:nvPr/>
        </p:nvSpPr>
        <p:spPr>
          <a:xfrm>
            <a:off x="5692450" y="1203600"/>
            <a:ext cx="2736300" cy="2736300"/>
          </a:xfrm>
          <a:prstGeom prst="ellipse">
            <a:avLst/>
          </a:prstGeom>
          <a:noFill/>
          <a:ln w="19050" cap="flat" cmpd="sng">
            <a:solidFill>
              <a:schemeClr val="dk1"/>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247" name="Google Shape;247;p26"/>
          <p:cNvSpPr/>
          <p:nvPr/>
        </p:nvSpPr>
        <p:spPr>
          <a:xfrm rot="5400000">
            <a:off x="5692575" y="1203612"/>
            <a:ext cx="1312800" cy="1312800"/>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grpSp>
        <p:nvGrpSpPr>
          <p:cNvPr id="248" name="Google Shape;248;p26"/>
          <p:cNvGrpSpPr/>
          <p:nvPr/>
        </p:nvGrpSpPr>
        <p:grpSpPr>
          <a:xfrm>
            <a:off x="6080428" y="1587517"/>
            <a:ext cx="536896" cy="544981"/>
            <a:chOff x="5562066" y="5629022"/>
            <a:chExt cx="231311" cy="234784"/>
          </a:xfrm>
        </p:grpSpPr>
        <p:sp>
          <p:nvSpPr>
            <p:cNvPr id="249" name="Google Shape;249;p26"/>
            <p:cNvSpPr/>
            <p:nvPr/>
          </p:nvSpPr>
          <p:spPr>
            <a:xfrm>
              <a:off x="5562066" y="5629022"/>
              <a:ext cx="27530" cy="48371"/>
            </a:xfrm>
            <a:custGeom>
              <a:avLst/>
              <a:gdLst/>
              <a:ahLst/>
              <a:cxnLst/>
              <a:rect l="l" t="t" r="r" b="b"/>
              <a:pathLst>
                <a:path w="27530" h="48371" extrusionOk="0">
                  <a:moveTo>
                    <a:pt x="13766" y="0"/>
                  </a:moveTo>
                  <a:cubicBezTo>
                    <a:pt x="6175" y="0"/>
                    <a:pt x="0" y="6175"/>
                    <a:pt x="0" y="13830"/>
                  </a:cubicBezTo>
                  <a:lnTo>
                    <a:pt x="0" y="48372"/>
                  </a:lnTo>
                  <a:lnTo>
                    <a:pt x="27531" y="48372"/>
                  </a:lnTo>
                  <a:lnTo>
                    <a:pt x="27531" y="13830"/>
                  </a:lnTo>
                  <a:cubicBezTo>
                    <a:pt x="27531" y="10035"/>
                    <a:pt x="25987" y="6561"/>
                    <a:pt x="23479" y="4052"/>
                  </a:cubicBezTo>
                  <a:cubicBezTo>
                    <a:pt x="20970" y="1544"/>
                    <a:pt x="17561" y="0"/>
                    <a:pt x="13766" y="0"/>
                  </a:cubicBezTo>
                  <a:lnTo>
                    <a:pt x="13766"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50" name="Google Shape;250;p26"/>
            <p:cNvSpPr/>
            <p:nvPr/>
          </p:nvSpPr>
          <p:spPr>
            <a:xfrm>
              <a:off x="5599953" y="5629022"/>
              <a:ext cx="142800" cy="234784"/>
            </a:xfrm>
            <a:custGeom>
              <a:avLst/>
              <a:gdLst/>
              <a:ahLst/>
              <a:cxnLst/>
              <a:rect l="l" t="t" r="r" b="b"/>
              <a:pathLst>
                <a:path w="142800" h="234784" extrusionOk="0">
                  <a:moveTo>
                    <a:pt x="113147" y="127748"/>
                  </a:moveTo>
                  <a:lnTo>
                    <a:pt x="113147" y="48308"/>
                  </a:lnTo>
                  <a:lnTo>
                    <a:pt x="142800" y="48308"/>
                  </a:lnTo>
                  <a:cubicBezTo>
                    <a:pt x="142800" y="21677"/>
                    <a:pt x="121123" y="0"/>
                    <a:pt x="94493" y="0"/>
                  </a:cubicBezTo>
                  <a:lnTo>
                    <a:pt x="0" y="0"/>
                  </a:lnTo>
                  <a:cubicBezTo>
                    <a:pt x="2380" y="4181"/>
                    <a:pt x="3667" y="8877"/>
                    <a:pt x="3667" y="13830"/>
                  </a:cubicBezTo>
                  <a:lnTo>
                    <a:pt x="3667" y="234784"/>
                  </a:lnTo>
                  <a:lnTo>
                    <a:pt x="78283" y="234784"/>
                  </a:lnTo>
                  <a:lnTo>
                    <a:pt x="71850" y="205130"/>
                  </a:lnTo>
                  <a:lnTo>
                    <a:pt x="113082" y="127748"/>
                  </a:lnTo>
                  <a:close/>
                  <a:moveTo>
                    <a:pt x="17754" y="27531"/>
                  </a:moveTo>
                  <a:lnTo>
                    <a:pt x="93592" y="27531"/>
                  </a:lnTo>
                  <a:lnTo>
                    <a:pt x="93592" y="41618"/>
                  </a:lnTo>
                  <a:lnTo>
                    <a:pt x="17754" y="41618"/>
                  </a:lnTo>
                  <a:lnTo>
                    <a:pt x="17754" y="27531"/>
                  </a:lnTo>
                  <a:close/>
                  <a:moveTo>
                    <a:pt x="17754" y="55062"/>
                  </a:moveTo>
                  <a:lnTo>
                    <a:pt x="93592" y="55062"/>
                  </a:lnTo>
                  <a:lnTo>
                    <a:pt x="93592" y="69149"/>
                  </a:lnTo>
                  <a:lnTo>
                    <a:pt x="17754" y="69149"/>
                  </a:lnTo>
                  <a:lnTo>
                    <a:pt x="17754" y="55062"/>
                  </a:lnTo>
                  <a:close/>
                  <a:moveTo>
                    <a:pt x="17754" y="83171"/>
                  </a:moveTo>
                  <a:lnTo>
                    <a:pt x="93592" y="83171"/>
                  </a:lnTo>
                  <a:lnTo>
                    <a:pt x="93592" y="97258"/>
                  </a:lnTo>
                  <a:lnTo>
                    <a:pt x="17754" y="97258"/>
                  </a:lnTo>
                  <a:lnTo>
                    <a:pt x="17754" y="83171"/>
                  </a:lnTo>
                  <a:close/>
                  <a:moveTo>
                    <a:pt x="17754" y="110702"/>
                  </a:moveTo>
                  <a:lnTo>
                    <a:pt x="93592" y="110702"/>
                  </a:lnTo>
                  <a:lnTo>
                    <a:pt x="93592" y="124789"/>
                  </a:lnTo>
                  <a:lnTo>
                    <a:pt x="17754" y="124789"/>
                  </a:lnTo>
                  <a:lnTo>
                    <a:pt x="17754" y="110702"/>
                  </a:lnTo>
                  <a:close/>
                  <a:moveTo>
                    <a:pt x="17754" y="138169"/>
                  </a:moveTo>
                  <a:lnTo>
                    <a:pt x="80084" y="138169"/>
                  </a:lnTo>
                  <a:lnTo>
                    <a:pt x="80084" y="152256"/>
                  </a:lnTo>
                  <a:lnTo>
                    <a:pt x="17754" y="152256"/>
                  </a:lnTo>
                  <a:lnTo>
                    <a:pt x="17754" y="138169"/>
                  </a:lnTo>
                  <a:close/>
                  <a:moveTo>
                    <a:pt x="51974" y="207253"/>
                  </a:moveTo>
                  <a:lnTo>
                    <a:pt x="17754" y="207253"/>
                  </a:lnTo>
                  <a:lnTo>
                    <a:pt x="17754" y="193166"/>
                  </a:lnTo>
                  <a:lnTo>
                    <a:pt x="51974" y="193166"/>
                  </a:lnTo>
                  <a:lnTo>
                    <a:pt x="51974" y="207253"/>
                  </a:lnTo>
                  <a:close/>
                  <a:moveTo>
                    <a:pt x="66061" y="179786"/>
                  </a:moveTo>
                  <a:lnTo>
                    <a:pt x="17754" y="179786"/>
                  </a:lnTo>
                  <a:lnTo>
                    <a:pt x="17754" y="165700"/>
                  </a:lnTo>
                  <a:lnTo>
                    <a:pt x="66061" y="165700"/>
                  </a:lnTo>
                  <a:lnTo>
                    <a:pt x="66061" y="17978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51" name="Google Shape;251;p26"/>
            <p:cNvSpPr/>
            <p:nvPr/>
          </p:nvSpPr>
          <p:spPr>
            <a:xfrm>
              <a:off x="5687692" y="5843029"/>
              <a:ext cx="105685" cy="20777"/>
            </a:xfrm>
            <a:custGeom>
              <a:avLst/>
              <a:gdLst/>
              <a:ahLst/>
              <a:cxnLst/>
              <a:rect l="l" t="t" r="r" b="b"/>
              <a:pathLst>
                <a:path w="105685" h="20777" extrusionOk="0">
                  <a:moveTo>
                    <a:pt x="0" y="0"/>
                  </a:moveTo>
                  <a:lnTo>
                    <a:pt x="4503" y="20777"/>
                  </a:lnTo>
                  <a:lnTo>
                    <a:pt x="101504" y="20777"/>
                  </a:lnTo>
                  <a:lnTo>
                    <a:pt x="105685" y="0"/>
                  </a:ln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52" name="Google Shape;252;p26"/>
            <p:cNvSpPr/>
            <p:nvPr/>
          </p:nvSpPr>
          <p:spPr>
            <a:xfrm>
              <a:off x="5690458" y="5691417"/>
              <a:ext cx="100474" cy="138169"/>
            </a:xfrm>
            <a:custGeom>
              <a:avLst/>
              <a:gdLst/>
              <a:ahLst/>
              <a:cxnLst/>
              <a:rect l="l" t="t" r="r" b="b"/>
              <a:pathLst>
                <a:path w="100474" h="138169" extrusionOk="0">
                  <a:moveTo>
                    <a:pt x="36665" y="0"/>
                  </a:moveTo>
                  <a:lnTo>
                    <a:pt x="36665" y="69085"/>
                  </a:lnTo>
                  <a:lnTo>
                    <a:pt x="0" y="138169"/>
                  </a:lnTo>
                  <a:lnTo>
                    <a:pt x="100475" y="138169"/>
                  </a:lnTo>
                  <a:lnTo>
                    <a:pt x="64196" y="69085"/>
                  </a:lnTo>
                  <a:lnTo>
                    <a:pt x="64196" y="0"/>
                  </a:lnTo>
                  <a:lnTo>
                    <a:pt x="36665"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253" name="Google Shape;253;p26"/>
          <p:cNvSpPr/>
          <p:nvPr/>
        </p:nvSpPr>
        <p:spPr>
          <a:xfrm rot="10800000">
            <a:off x="7115799" y="1203857"/>
            <a:ext cx="1312800" cy="1312800"/>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grpSp>
        <p:nvGrpSpPr>
          <p:cNvPr id="254" name="Google Shape;254;p26"/>
          <p:cNvGrpSpPr/>
          <p:nvPr/>
        </p:nvGrpSpPr>
        <p:grpSpPr>
          <a:xfrm>
            <a:off x="7564137" y="1587483"/>
            <a:ext cx="416169" cy="544966"/>
            <a:chOff x="3849622" y="1138471"/>
            <a:chExt cx="179786" cy="235427"/>
          </a:xfrm>
        </p:grpSpPr>
        <p:sp>
          <p:nvSpPr>
            <p:cNvPr id="255" name="Google Shape;255;p26"/>
            <p:cNvSpPr/>
            <p:nvPr/>
          </p:nvSpPr>
          <p:spPr>
            <a:xfrm>
              <a:off x="3897930" y="1359168"/>
              <a:ext cx="83171" cy="14087"/>
            </a:xfrm>
            <a:custGeom>
              <a:avLst/>
              <a:gdLst/>
              <a:ahLst/>
              <a:cxnLst/>
              <a:rect l="l" t="t" r="r" b="b"/>
              <a:pathLst>
                <a:path w="83171" h="14087" extrusionOk="0">
                  <a:moveTo>
                    <a:pt x="65547" y="0"/>
                  </a:moveTo>
                  <a:lnTo>
                    <a:pt x="0" y="0"/>
                  </a:lnTo>
                  <a:lnTo>
                    <a:pt x="0" y="14087"/>
                  </a:lnTo>
                  <a:lnTo>
                    <a:pt x="83171" y="14087"/>
                  </a:lnTo>
                  <a:lnTo>
                    <a:pt x="83171" y="0"/>
                  </a:lnTo>
                  <a:lnTo>
                    <a:pt x="65611"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56" name="Google Shape;256;p26"/>
            <p:cNvSpPr/>
            <p:nvPr/>
          </p:nvSpPr>
          <p:spPr>
            <a:xfrm>
              <a:off x="3849622" y="1276640"/>
              <a:ext cx="179786" cy="97258"/>
            </a:xfrm>
            <a:custGeom>
              <a:avLst/>
              <a:gdLst/>
              <a:ahLst/>
              <a:cxnLst/>
              <a:rect l="l" t="t" r="r" b="b"/>
              <a:pathLst>
                <a:path w="179786" h="97258" extrusionOk="0">
                  <a:moveTo>
                    <a:pt x="152063" y="0"/>
                  </a:moveTo>
                  <a:lnTo>
                    <a:pt x="0" y="0"/>
                  </a:lnTo>
                  <a:lnTo>
                    <a:pt x="0" y="14087"/>
                  </a:lnTo>
                  <a:lnTo>
                    <a:pt x="13444" y="14087"/>
                  </a:lnTo>
                  <a:lnTo>
                    <a:pt x="13444" y="97258"/>
                  </a:lnTo>
                  <a:lnTo>
                    <a:pt x="27531" y="97258"/>
                  </a:lnTo>
                  <a:lnTo>
                    <a:pt x="27531" y="14087"/>
                  </a:lnTo>
                  <a:lnTo>
                    <a:pt x="151613" y="14087"/>
                  </a:lnTo>
                  <a:lnTo>
                    <a:pt x="151613" y="97258"/>
                  </a:lnTo>
                  <a:lnTo>
                    <a:pt x="165700" y="97258"/>
                  </a:lnTo>
                  <a:lnTo>
                    <a:pt x="165700" y="14087"/>
                  </a:lnTo>
                  <a:lnTo>
                    <a:pt x="179787" y="14087"/>
                  </a:lnTo>
                  <a:lnTo>
                    <a:pt x="179787" y="0"/>
                  </a:lnTo>
                  <a:lnTo>
                    <a:pt x="152127"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57" name="Google Shape;257;p26"/>
            <p:cNvSpPr/>
            <p:nvPr/>
          </p:nvSpPr>
          <p:spPr>
            <a:xfrm>
              <a:off x="3886930" y="1138471"/>
              <a:ext cx="105299" cy="83107"/>
            </a:xfrm>
            <a:custGeom>
              <a:avLst/>
              <a:gdLst/>
              <a:ahLst/>
              <a:cxnLst/>
              <a:rect l="l" t="t" r="r" b="b"/>
              <a:pathLst>
                <a:path w="105299" h="83107" extrusionOk="0">
                  <a:moveTo>
                    <a:pt x="21613" y="83107"/>
                  </a:moveTo>
                  <a:cubicBezTo>
                    <a:pt x="26759" y="83107"/>
                    <a:pt x="29010" y="81049"/>
                    <a:pt x="32548" y="77961"/>
                  </a:cubicBezTo>
                  <a:cubicBezTo>
                    <a:pt x="44127" y="66383"/>
                    <a:pt x="61108" y="66383"/>
                    <a:pt x="72622" y="77961"/>
                  </a:cubicBezTo>
                  <a:cubicBezTo>
                    <a:pt x="76096" y="81049"/>
                    <a:pt x="78411" y="83107"/>
                    <a:pt x="83557" y="83107"/>
                  </a:cubicBezTo>
                  <a:cubicBezTo>
                    <a:pt x="88382" y="83107"/>
                    <a:pt x="90633" y="81370"/>
                    <a:pt x="94107" y="78283"/>
                  </a:cubicBezTo>
                  <a:lnTo>
                    <a:pt x="105299" y="67090"/>
                  </a:lnTo>
                  <a:cubicBezTo>
                    <a:pt x="103820" y="62202"/>
                    <a:pt x="101697" y="57570"/>
                    <a:pt x="98931" y="53261"/>
                  </a:cubicBezTo>
                  <a:cubicBezTo>
                    <a:pt x="94171" y="45863"/>
                    <a:pt x="87738" y="39688"/>
                    <a:pt x="80148" y="35314"/>
                  </a:cubicBezTo>
                  <a:lnTo>
                    <a:pt x="80148" y="14087"/>
                  </a:lnTo>
                  <a:lnTo>
                    <a:pt x="94235" y="14087"/>
                  </a:lnTo>
                  <a:lnTo>
                    <a:pt x="94235" y="0"/>
                  </a:lnTo>
                  <a:lnTo>
                    <a:pt x="11064" y="0"/>
                  </a:lnTo>
                  <a:lnTo>
                    <a:pt x="11064" y="14087"/>
                  </a:lnTo>
                  <a:lnTo>
                    <a:pt x="25151" y="14087"/>
                  </a:lnTo>
                  <a:lnTo>
                    <a:pt x="25151" y="35314"/>
                  </a:lnTo>
                  <a:cubicBezTo>
                    <a:pt x="17561" y="39688"/>
                    <a:pt x="11192" y="45863"/>
                    <a:pt x="6368" y="53261"/>
                  </a:cubicBezTo>
                  <a:cubicBezTo>
                    <a:pt x="3602" y="57570"/>
                    <a:pt x="1479" y="62266"/>
                    <a:pt x="0" y="67090"/>
                  </a:cubicBezTo>
                  <a:lnTo>
                    <a:pt x="11192" y="78283"/>
                  </a:lnTo>
                  <a:cubicBezTo>
                    <a:pt x="14666" y="81370"/>
                    <a:pt x="16917" y="83107"/>
                    <a:pt x="21742" y="83107"/>
                  </a:cubicBezTo>
                  <a:lnTo>
                    <a:pt x="21742" y="8310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58" name="Google Shape;258;p26"/>
            <p:cNvSpPr/>
            <p:nvPr/>
          </p:nvSpPr>
          <p:spPr>
            <a:xfrm>
              <a:off x="3884164" y="1221514"/>
              <a:ext cx="110445" cy="54908"/>
            </a:xfrm>
            <a:custGeom>
              <a:avLst/>
              <a:gdLst/>
              <a:ahLst/>
              <a:cxnLst/>
              <a:rect l="l" t="t" r="r" b="b"/>
              <a:pathLst>
                <a:path w="110445" h="54908" extrusionOk="0">
                  <a:moveTo>
                    <a:pt x="110381" y="1094"/>
                  </a:moveTo>
                  <a:lnTo>
                    <a:pt x="106135" y="5339"/>
                  </a:lnTo>
                  <a:cubicBezTo>
                    <a:pt x="94621" y="16789"/>
                    <a:pt x="77511" y="16596"/>
                    <a:pt x="66126" y="5146"/>
                  </a:cubicBezTo>
                  <a:cubicBezTo>
                    <a:pt x="62652" y="2058"/>
                    <a:pt x="60336" y="0"/>
                    <a:pt x="55190" y="0"/>
                  </a:cubicBezTo>
                  <a:cubicBezTo>
                    <a:pt x="50044" y="0"/>
                    <a:pt x="47729" y="2058"/>
                    <a:pt x="44255" y="5146"/>
                  </a:cubicBezTo>
                  <a:cubicBezTo>
                    <a:pt x="32805" y="16596"/>
                    <a:pt x="15695" y="16789"/>
                    <a:pt x="4245" y="5339"/>
                  </a:cubicBezTo>
                  <a:lnTo>
                    <a:pt x="0" y="1094"/>
                  </a:lnTo>
                  <a:cubicBezTo>
                    <a:pt x="4245" y="72880"/>
                    <a:pt x="106264" y="72815"/>
                    <a:pt x="110445" y="1094"/>
                  </a:cubicBezTo>
                  <a:lnTo>
                    <a:pt x="110445" y="109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59" name="Google Shape;259;p26"/>
            <p:cNvSpPr/>
            <p:nvPr/>
          </p:nvSpPr>
          <p:spPr>
            <a:xfrm>
              <a:off x="3918578" y="1311311"/>
              <a:ext cx="41424" cy="48195"/>
            </a:xfrm>
            <a:custGeom>
              <a:avLst/>
              <a:gdLst/>
              <a:ahLst/>
              <a:cxnLst/>
              <a:rect l="l" t="t" r="r" b="b"/>
              <a:pathLst>
                <a:path w="41424" h="48195" extrusionOk="0">
                  <a:moveTo>
                    <a:pt x="41425" y="27595"/>
                  </a:moveTo>
                  <a:cubicBezTo>
                    <a:pt x="41425" y="23157"/>
                    <a:pt x="38337" y="25344"/>
                    <a:pt x="34542" y="20712"/>
                  </a:cubicBezTo>
                  <a:cubicBezTo>
                    <a:pt x="28496" y="13379"/>
                    <a:pt x="20712" y="0"/>
                    <a:pt x="20712" y="0"/>
                  </a:cubicBezTo>
                  <a:cubicBezTo>
                    <a:pt x="20712" y="0"/>
                    <a:pt x="0" y="16210"/>
                    <a:pt x="0" y="27595"/>
                  </a:cubicBezTo>
                  <a:cubicBezTo>
                    <a:pt x="1094" y="55062"/>
                    <a:pt x="40331" y="55062"/>
                    <a:pt x="41425" y="27595"/>
                  </a:cubicBezTo>
                  <a:lnTo>
                    <a:pt x="41425" y="2759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260" name="Google Shape;260;p26"/>
          <p:cNvSpPr/>
          <p:nvPr/>
        </p:nvSpPr>
        <p:spPr>
          <a:xfrm>
            <a:off x="5692575" y="2626959"/>
            <a:ext cx="1312800" cy="1312800"/>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grpSp>
        <p:nvGrpSpPr>
          <p:cNvPr id="261" name="Google Shape;261;p26"/>
          <p:cNvGrpSpPr/>
          <p:nvPr/>
        </p:nvGrpSpPr>
        <p:grpSpPr>
          <a:xfrm>
            <a:off x="6093704" y="3010835"/>
            <a:ext cx="510025" cy="544973"/>
            <a:chOff x="5128262" y="4335330"/>
            <a:chExt cx="219668" cy="234720"/>
          </a:xfrm>
        </p:grpSpPr>
        <p:sp>
          <p:nvSpPr>
            <p:cNvPr id="262" name="Google Shape;262;p26"/>
            <p:cNvSpPr/>
            <p:nvPr/>
          </p:nvSpPr>
          <p:spPr>
            <a:xfrm>
              <a:off x="5128262" y="4427314"/>
              <a:ext cx="48950" cy="69470"/>
            </a:xfrm>
            <a:custGeom>
              <a:avLst/>
              <a:gdLst/>
              <a:ahLst/>
              <a:cxnLst/>
              <a:rect l="l" t="t" r="r" b="b"/>
              <a:pathLst>
                <a:path w="48950" h="69470" extrusionOk="0">
                  <a:moveTo>
                    <a:pt x="31326" y="6883"/>
                  </a:moveTo>
                  <a:lnTo>
                    <a:pt x="18590" y="12736"/>
                  </a:lnTo>
                  <a:lnTo>
                    <a:pt x="12736" y="0"/>
                  </a:lnTo>
                  <a:lnTo>
                    <a:pt x="0" y="5853"/>
                  </a:lnTo>
                  <a:lnTo>
                    <a:pt x="5854" y="18590"/>
                  </a:lnTo>
                  <a:cubicBezTo>
                    <a:pt x="8234" y="23736"/>
                    <a:pt x="27081" y="64517"/>
                    <a:pt x="29332" y="69470"/>
                  </a:cubicBezTo>
                  <a:lnTo>
                    <a:pt x="42068" y="63617"/>
                  </a:lnTo>
                  <a:lnTo>
                    <a:pt x="36215" y="50880"/>
                  </a:lnTo>
                  <a:lnTo>
                    <a:pt x="48951" y="45027"/>
                  </a:lnTo>
                  <a:lnTo>
                    <a:pt x="31326" y="68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63" name="Google Shape;263;p26"/>
            <p:cNvSpPr/>
            <p:nvPr/>
          </p:nvSpPr>
          <p:spPr>
            <a:xfrm>
              <a:off x="5292354" y="4335330"/>
              <a:ext cx="55576" cy="95778"/>
            </a:xfrm>
            <a:custGeom>
              <a:avLst/>
              <a:gdLst/>
              <a:ahLst/>
              <a:cxnLst/>
              <a:rect l="l" t="t" r="r" b="b"/>
              <a:pathLst>
                <a:path w="55576" h="95778" extrusionOk="0">
                  <a:moveTo>
                    <a:pt x="0" y="6690"/>
                  </a:moveTo>
                  <a:lnTo>
                    <a:pt x="14473" y="0"/>
                  </a:lnTo>
                  <a:lnTo>
                    <a:pt x="55576" y="89089"/>
                  </a:lnTo>
                  <a:lnTo>
                    <a:pt x="41103" y="95779"/>
                  </a:lnTo>
                  <a:lnTo>
                    <a:pt x="0" y="669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64" name="Google Shape;264;p26"/>
            <p:cNvSpPr/>
            <p:nvPr/>
          </p:nvSpPr>
          <p:spPr>
            <a:xfrm>
              <a:off x="5268168" y="4360674"/>
              <a:ext cx="46635" cy="71592"/>
            </a:xfrm>
            <a:custGeom>
              <a:avLst/>
              <a:gdLst/>
              <a:ahLst/>
              <a:cxnLst/>
              <a:rect l="l" t="t" r="r" b="b"/>
              <a:pathLst>
                <a:path w="46635" h="71592" extrusionOk="0">
                  <a:moveTo>
                    <a:pt x="64" y="7976"/>
                  </a:moveTo>
                  <a:lnTo>
                    <a:pt x="29396" y="71593"/>
                  </a:lnTo>
                  <a:lnTo>
                    <a:pt x="46635" y="63617"/>
                  </a:lnTo>
                  <a:lnTo>
                    <a:pt x="17303" y="0"/>
                  </a:lnTo>
                  <a:lnTo>
                    <a:pt x="0" y="797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65" name="Google Shape;265;p26"/>
            <p:cNvSpPr/>
            <p:nvPr/>
          </p:nvSpPr>
          <p:spPr>
            <a:xfrm>
              <a:off x="5165892" y="4374311"/>
              <a:ext cx="122859" cy="195739"/>
            </a:xfrm>
            <a:custGeom>
              <a:avLst/>
              <a:gdLst/>
              <a:ahLst/>
              <a:cxnLst/>
              <a:rect l="l" t="t" r="r" b="b"/>
              <a:pathLst>
                <a:path w="122859" h="195739" extrusionOk="0">
                  <a:moveTo>
                    <a:pt x="94750" y="125754"/>
                  </a:moveTo>
                  <a:cubicBezTo>
                    <a:pt x="94750" y="116620"/>
                    <a:pt x="88896" y="108837"/>
                    <a:pt x="80663" y="105942"/>
                  </a:cubicBezTo>
                  <a:lnTo>
                    <a:pt x="80663" y="81435"/>
                  </a:lnTo>
                  <a:cubicBezTo>
                    <a:pt x="89926" y="77189"/>
                    <a:pt x="115462" y="65418"/>
                    <a:pt x="118807" y="63810"/>
                  </a:cubicBezTo>
                  <a:lnTo>
                    <a:pt x="89347" y="0"/>
                  </a:lnTo>
                  <a:lnTo>
                    <a:pt x="0" y="41232"/>
                  </a:lnTo>
                  <a:lnTo>
                    <a:pt x="29461" y="105041"/>
                  </a:lnTo>
                  <a:lnTo>
                    <a:pt x="66640" y="87867"/>
                  </a:lnTo>
                  <a:lnTo>
                    <a:pt x="66640" y="105878"/>
                  </a:lnTo>
                  <a:cubicBezTo>
                    <a:pt x="54354" y="110059"/>
                    <a:pt x="48758" y="125690"/>
                    <a:pt x="55962" y="136882"/>
                  </a:cubicBezTo>
                  <a:lnTo>
                    <a:pt x="25022" y="172068"/>
                  </a:lnTo>
                  <a:lnTo>
                    <a:pt x="25022" y="195739"/>
                  </a:lnTo>
                  <a:lnTo>
                    <a:pt x="39109" y="195739"/>
                  </a:lnTo>
                  <a:lnTo>
                    <a:pt x="39109" y="177406"/>
                  </a:lnTo>
                  <a:lnTo>
                    <a:pt x="67219" y="145888"/>
                  </a:lnTo>
                  <a:lnTo>
                    <a:pt x="67219" y="195739"/>
                  </a:lnTo>
                  <a:lnTo>
                    <a:pt x="80663" y="195739"/>
                  </a:lnTo>
                  <a:lnTo>
                    <a:pt x="80663" y="147817"/>
                  </a:lnTo>
                  <a:lnTo>
                    <a:pt x="108773" y="184096"/>
                  </a:lnTo>
                  <a:lnTo>
                    <a:pt x="108773" y="195739"/>
                  </a:lnTo>
                  <a:lnTo>
                    <a:pt x="122860" y="195739"/>
                  </a:lnTo>
                  <a:lnTo>
                    <a:pt x="122860" y="179336"/>
                  </a:lnTo>
                  <a:lnTo>
                    <a:pt x="90762" y="137912"/>
                  </a:lnTo>
                  <a:cubicBezTo>
                    <a:pt x="93270" y="134438"/>
                    <a:pt x="94750" y="130257"/>
                    <a:pt x="94750" y="125690"/>
                  </a:cubicBezTo>
                  <a:lnTo>
                    <a:pt x="94750" y="12569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266" name="Google Shape;266;p26"/>
          <p:cNvSpPr/>
          <p:nvPr/>
        </p:nvSpPr>
        <p:spPr>
          <a:xfrm rot="-5400000">
            <a:off x="7115799" y="2626959"/>
            <a:ext cx="1312800" cy="1312800"/>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grpSp>
        <p:nvGrpSpPr>
          <p:cNvPr id="267" name="Google Shape;267;p26"/>
          <p:cNvGrpSpPr/>
          <p:nvPr/>
        </p:nvGrpSpPr>
        <p:grpSpPr>
          <a:xfrm>
            <a:off x="7519957" y="3010900"/>
            <a:ext cx="504157" cy="544966"/>
            <a:chOff x="6717590" y="4953635"/>
            <a:chExt cx="217094" cy="234636"/>
          </a:xfrm>
        </p:grpSpPr>
        <p:sp>
          <p:nvSpPr>
            <p:cNvPr id="268" name="Google Shape;268;p26"/>
            <p:cNvSpPr/>
            <p:nvPr/>
          </p:nvSpPr>
          <p:spPr>
            <a:xfrm>
              <a:off x="6717590" y="5160740"/>
              <a:ext cx="217094" cy="27531"/>
            </a:xfrm>
            <a:custGeom>
              <a:avLst/>
              <a:gdLst/>
              <a:ahLst/>
              <a:cxnLst/>
              <a:rect l="l" t="t" r="r" b="b"/>
              <a:pathLst>
                <a:path w="217094" h="27531" extrusionOk="0">
                  <a:moveTo>
                    <a:pt x="0" y="0"/>
                  </a:moveTo>
                  <a:lnTo>
                    <a:pt x="6883" y="27531"/>
                  </a:lnTo>
                  <a:lnTo>
                    <a:pt x="210212" y="27531"/>
                  </a:lnTo>
                  <a:lnTo>
                    <a:pt x="217095" y="0"/>
                  </a:ln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nvGrpSpPr>
            <p:cNvPr id="269" name="Google Shape;269;p26"/>
            <p:cNvGrpSpPr/>
            <p:nvPr/>
          </p:nvGrpSpPr>
          <p:grpSpPr>
            <a:xfrm>
              <a:off x="6719327" y="4953635"/>
              <a:ext cx="213814" cy="193082"/>
              <a:chOff x="6719327" y="4953635"/>
              <a:chExt cx="213814" cy="193082"/>
            </a:xfrm>
          </p:grpSpPr>
          <p:sp>
            <p:nvSpPr>
              <p:cNvPr id="270" name="Google Shape;270;p26"/>
              <p:cNvSpPr/>
              <p:nvPr/>
            </p:nvSpPr>
            <p:spPr>
              <a:xfrm>
                <a:off x="6719327" y="4981018"/>
                <a:ext cx="213814" cy="165699"/>
              </a:xfrm>
              <a:custGeom>
                <a:avLst/>
                <a:gdLst/>
                <a:ahLst/>
                <a:cxnLst/>
                <a:rect l="l" t="t" r="r" b="b"/>
                <a:pathLst>
                  <a:path w="213814" h="165699" extrusionOk="0">
                    <a:moveTo>
                      <a:pt x="165121" y="89346"/>
                    </a:moveTo>
                    <a:cubicBezTo>
                      <a:pt x="151098" y="113661"/>
                      <a:pt x="114047" y="104012"/>
                      <a:pt x="113790" y="75581"/>
                    </a:cubicBezTo>
                    <a:lnTo>
                      <a:pt x="113790" y="42775"/>
                    </a:lnTo>
                    <a:cubicBezTo>
                      <a:pt x="107164" y="38916"/>
                      <a:pt x="101632" y="33256"/>
                      <a:pt x="98030" y="26502"/>
                    </a:cubicBezTo>
                    <a:cubicBezTo>
                      <a:pt x="91984" y="24894"/>
                      <a:pt x="86516" y="21677"/>
                      <a:pt x="82014" y="17046"/>
                    </a:cubicBezTo>
                    <a:cubicBezTo>
                      <a:pt x="77382" y="12221"/>
                      <a:pt x="74359" y="6368"/>
                      <a:pt x="73072" y="0"/>
                    </a:cubicBezTo>
                    <a:lnTo>
                      <a:pt x="58792" y="0"/>
                    </a:lnTo>
                    <a:lnTo>
                      <a:pt x="58792" y="41553"/>
                    </a:lnTo>
                    <a:lnTo>
                      <a:pt x="86323" y="41553"/>
                    </a:lnTo>
                    <a:lnTo>
                      <a:pt x="86323" y="54997"/>
                    </a:lnTo>
                    <a:lnTo>
                      <a:pt x="58792" y="54997"/>
                    </a:lnTo>
                    <a:lnTo>
                      <a:pt x="58792" y="69084"/>
                    </a:lnTo>
                    <a:lnTo>
                      <a:pt x="86323" y="69084"/>
                    </a:lnTo>
                    <a:lnTo>
                      <a:pt x="86323" y="82528"/>
                    </a:lnTo>
                    <a:lnTo>
                      <a:pt x="53068" y="82528"/>
                    </a:lnTo>
                    <a:lnTo>
                      <a:pt x="0" y="165699"/>
                    </a:lnTo>
                    <a:lnTo>
                      <a:pt x="213814" y="165699"/>
                    </a:lnTo>
                    <a:lnTo>
                      <a:pt x="165121" y="8941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71" name="Google Shape;271;p26"/>
              <p:cNvSpPr/>
              <p:nvPr/>
            </p:nvSpPr>
            <p:spPr>
              <a:xfrm>
                <a:off x="6805956" y="4953635"/>
                <a:ext cx="75653" cy="117377"/>
              </a:xfrm>
              <a:custGeom>
                <a:avLst/>
                <a:gdLst/>
                <a:ahLst/>
                <a:cxnLst/>
                <a:rect l="l" t="t" r="r" b="b"/>
                <a:pathLst>
                  <a:path w="75653" h="117377" extrusionOk="0">
                    <a:moveTo>
                      <a:pt x="20599" y="41406"/>
                    </a:moveTo>
                    <a:lnTo>
                      <a:pt x="20599" y="41406"/>
                    </a:lnTo>
                    <a:cubicBezTo>
                      <a:pt x="21114" y="41406"/>
                      <a:pt x="21564" y="41727"/>
                      <a:pt x="21693" y="42242"/>
                    </a:cubicBezTo>
                    <a:cubicBezTo>
                      <a:pt x="24330" y="51312"/>
                      <a:pt x="31406" y="58387"/>
                      <a:pt x="40411" y="61025"/>
                    </a:cubicBezTo>
                    <a:cubicBezTo>
                      <a:pt x="40862" y="61154"/>
                      <a:pt x="41248" y="61603"/>
                      <a:pt x="41248" y="62118"/>
                    </a:cubicBezTo>
                    <a:lnTo>
                      <a:pt x="41248" y="103286"/>
                    </a:lnTo>
                    <a:cubicBezTo>
                      <a:pt x="41248" y="110747"/>
                      <a:pt x="47037" y="117180"/>
                      <a:pt x="54563" y="117373"/>
                    </a:cubicBezTo>
                    <a:cubicBezTo>
                      <a:pt x="62089" y="117566"/>
                      <a:pt x="68778" y="111326"/>
                      <a:pt x="68778" y="103543"/>
                    </a:cubicBezTo>
                    <a:lnTo>
                      <a:pt x="68778" y="52727"/>
                    </a:lnTo>
                    <a:cubicBezTo>
                      <a:pt x="84281" y="35424"/>
                      <a:pt x="71866" y="7056"/>
                      <a:pt x="48516" y="6864"/>
                    </a:cubicBezTo>
                    <a:cubicBezTo>
                      <a:pt x="44978" y="6864"/>
                      <a:pt x="41569" y="7442"/>
                      <a:pt x="38481" y="8600"/>
                    </a:cubicBezTo>
                    <a:cubicBezTo>
                      <a:pt x="38031" y="8793"/>
                      <a:pt x="37517" y="8600"/>
                      <a:pt x="37195" y="8279"/>
                    </a:cubicBezTo>
                    <a:cubicBezTo>
                      <a:pt x="25745" y="-7159"/>
                      <a:pt x="916" y="303"/>
                      <a:pt x="16" y="19857"/>
                    </a:cubicBezTo>
                    <a:cubicBezTo>
                      <a:pt x="-435" y="31693"/>
                      <a:pt x="8957" y="41406"/>
                      <a:pt x="20664" y="41406"/>
                    </a:cubicBezTo>
                    <a:lnTo>
                      <a:pt x="20664" y="4140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2">
          <a:extLst>
            <a:ext uri="{FF2B5EF4-FFF2-40B4-BE49-F238E27FC236}">
              <a16:creationId xmlns:a16="http://schemas.microsoft.com/office/drawing/2014/main" id="{AB50EC47-865B-4805-8F44-FF67F2A560CF}"/>
            </a:ext>
          </a:extLst>
        </p:cNvPr>
        <p:cNvGrpSpPr/>
        <p:nvPr/>
      </p:nvGrpSpPr>
      <p:grpSpPr>
        <a:xfrm>
          <a:off x="0" y="0"/>
          <a:ext cx="0" cy="0"/>
          <a:chOff x="0" y="0"/>
          <a:chExt cx="0" cy="0"/>
        </a:xfrm>
      </p:grpSpPr>
      <p:sp>
        <p:nvSpPr>
          <p:cNvPr id="833" name="Google Shape;833;p42">
            <a:extLst>
              <a:ext uri="{FF2B5EF4-FFF2-40B4-BE49-F238E27FC236}">
                <a16:creationId xmlns:a16="http://schemas.microsoft.com/office/drawing/2014/main" id="{5983645B-F168-8DD6-79D9-EA5EC3BF58A8}"/>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Introduction</a:t>
            </a:r>
            <a:endParaRPr dirty="0"/>
          </a:p>
        </p:txBody>
      </p:sp>
      <p:sp>
        <p:nvSpPr>
          <p:cNvPr id="834" name="Google Shape;834;p42">
            <a:extLst>
              <a:ext uri="{FF2B5EF4-FFF2-40B4-BE49-F238E27FC236}">
                <a16:creationId xmlns:a16="http://schemas.microsoft.com/office/drawing/2014/main" id="{7EACA008-26FE-1997-7245-B50974A8E9D2}"/>
              </a:ext>
            </a:extLst>
          </p:cNvPr>
          <p:cNvSpPr txBox="1">
            <a:spLocks noGrp="1"/>
          </p:cNvSpPr>
          <p:nvPr>
            <p:ph type="body" idx="1"/>
          </p:nvPr>
        </p:nvSpPr>
        <p:spPr>
          <a:xfrm>
            <a:off x="713225" y="1085107"/>
            <a:ext cx="7708500" cy="959400"/>
          </a:xfrm>
          <a:prstGeom prst="rect">
            <a:avLst/>
          </a:prstGeom>
        </p:spPr>
        <p:txBody>
          <a:bodyPr spcFirstLastPara="1" wrap="square" lIns="91425" tIns="91425" rIns="91425" bIns="91425" anchor="t" anchorCtr="0">
            <a:noAutofit/>
          </a:bodyPr>
          <a:lstStyle/>
          <a:p>
            <a:pPr marL="0" lvl="0" indent="0" algn="just" rtl="0">
              <a:lnSpc>
                <a:spcPct val="100000"/>
              </a:lnSpc>
              <a:spcBef>
                <a:spcPts val="0"/>
              </a:spcBef>
              <a:spcAft>
                <a:spcPts val="0"/>
              </a:spcAft>
              <a:buNone/>
            </a:pPr>
            <a:r>
              <a:rPr lang="en-US" sz="2400" dirty="0"/>
              <a:t>Loneliness has become an increasingly prominent issue in modern society, influencing individuals' mental health and quality of life. This research employs a multi-method approach to identify optimal solutions for alleviating loneliness. This aims to provide actionable recommendations to address loneliness in diverse societal contexts.</a:t>
            </a:r>
          </a:p>
        </p:txBody>
      </p:sp>
      <p:grpSp>
        <p:nvGrpSpPr>
          <p:cNvPr id="835" name="Google Shape;835;p42">
            <a:extLst>
              <a:ext uri="{FF2B5EF4-FFF2-40B4-BE49-F238E27FC236}">
                <a16:creationId xmlns:a16="http://schemas.microsoft.com/office/drawing/2014/main" id="{B6A9B764-91A1-532A-A610-6CB5EF0FC831}"/>
              </a:ext>
            </a:extLst>
          </p:cNvPr>
          <p:cNvGrpSpPr/>
          <p:nvPr/>
        </p:nvGrpSpPr>
        <p:grpSpPr>
          <a:xfrm>
            <a:off x="0" y="3733700"/>
            <a:ext cx="2226100" cy="874800"/>
            <a:chOff x="0" y="-176475"/>
            <a:chExt cx="2226100" cy="874800"/>
          </a:xfrm>
        </p:grpSpPr>
        <p:sp>
          <p:nvSpPr>
            <p:cNvPr id="836" name="Google Shape;836;p42">
              <a:extLst>
                <a:ext uri="{FF2B5EF4-FFF2-40B4-BE49-F238E27FC236}">
                  <a16:creationId xmlns:a16="http://schemas.microsoft.com/office/drawing/2014/main" id="{D4A0A5B7-6FD8-60E9-F61B-6677FFC0E79B}"/>
                </a:ext>
              </a:extLst>
            </p:cNvPr>
            <p:cNvSpPr/>
            <p:nvPr/>
          </p:nvSpPr>
          <p:spPr>
            <a:xfrm>
              <a:off x="1351300" y="-176475"/>
              <a:ext cx="874800" cy="8748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Hind"/>
                <a:ea typeface="Hind"/>
                <a:cs typeface="Hind"/>
                <a:sym typeface="Hind"/>
              </a:endParaRPr>
            </a:p>
          </p:txBody>
        </p:sp>
        <p:sp>
          <p:nvSpPr>
            <p:cNvPr id="837" name="Google Shape;837;p42">
              <a:extLst>
                <a:ext uri="{FF2B5EF4-FFF2-40B4-BE49-F238E27FC236}">
                  <a16:creationId xmlns:a16="http://schemas.microsoft.com/office/drawing/2014/main" id="{841EE2F1-A60E-8775-B7D2-0ECF73E884FD}"/>
                </a:ext>
              </a:extLst>
            </p:cNvPr>
            <p:cNvSpPr/>
            <p:nvPr/>
          </p:nvSpPr>
          <p:spPr>
            <a:xfrm>
              <a:off x="261000" y="130475"/>
              <a:ext cx="1237200" cy="2610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Hind"/>
                <a:ea typeface="Hind"/>
                <a:cs typeface="Hind"/>
                <a:sym typeface="Hind"/>
              </a:endParaRPr>
            </a:p>
          </p:txBody>
        </p:sp>
        <p:cxnSp>
          <p:nvCxnSpPr>
            <p:cNvPr id="838" name="Google Shape;838;p42">
              <a:extLst>
                <a:ext uri="{FF2B5EF4-FFF2-40B4-BE49-F238E27FC236}">
                  <a16:creationId xmlns:a16="http://schemas.microsoft.com/office/drawing/2014/main" id="{3BFAA0A0-1C12-042C-A9B0-C72F1DAAA078}"/>
                </a:ext>
              </a:extLst>
            </p:cNvPr>
            <p:cNvCxnSpPr/>
            <p:nvPr/>
          </p:nvCxnSpPr>
          <p:spPr>
            <a:xfrm>
              <a:off x="0" y="260950"/>
              <a:ext cx="1789500" cy="0"/>
            </a:xfrm>
            <a:prstGeom prst="straightConnector1">
              <a:avLst/>
            </a:prstGeom>
            <a:noFill/>
            <a:ln w="1905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145306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8"/>
          <p:cNvSpPr/>
          <p:nvPr/>
        </p:nvSpPr>
        <p:spPr>
          <a:xfrm>
            <a:off x="3397602" y="1638725"/>
            <a:ext cx="2043900" cy="2043900"/>
          </a:xfrm>
          <a:prstGeom prst="pie">
            <a:avLst>
              <a:gd name="adj1" fmla="val 10821860"/>
              <a:gd name="adj2" fmla="val 1620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da"/>
              <a:ea typeface="Mada"/>
              <a:cs typeface="Mada"/>
              <a:sym typeface="Mada"/>
            </a:endParaRPr>
          </a:p>
        </p:txBody>
      </p:sp>
      <p:sp>
        <p:nvSpPr>
          <p:cNvPr id="286" name="Google Shape;286;p28"/>
          <p:cNvSpPr/>
          <p:nvPr/>
        </p:nvSpPr>
        <p:spPr>
          <a:xfrm flipH="1">
            <a:off x="3702402" y="1638725"/>
            <a:ext cx="2043900" cy="2043900"/>
          </a:xfrm>
          <a:prstGeom prst="pie">
            <a:avLst>
              <a:gd name="adj1" fmla="val 10821860"/>
              <a:gd name="adj2" fmla="val 1620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da"/>
              <a:ea typeface="Mada"/>
              <a:cs typeface="Mada"/>
              <a:sym typeface="Mada"/>
            </a:endParaRPr>
          </a:p>
        </p:txBody>
      </p:sp>
      <p:sp>
        <p:nvSpPr>
          <p:cNvPr id="287" name="Google Shape;287;p28"/>
          <p:cNvSpPr/>
          <p:nvPr/>
        </p:nvSpPr>
        <p:spPr>
          <a:xfrm rot="10800000" flipH="1">
            <a:off x="3397602" y="1943525"/>
            <a:ext cx="2043900" cy="2043900"/>
          </a:xfrm>
          <a:prstGeom prst="pie">
            <a:avLst>
              <a:gd name="adj1" fmla="val 10821860"/>
              <a:gd name="adj2" fmla="val 1620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da"/>
              <a:ea typeface="Mada"/>
              <a:cs typeface="Mada"/>
              <a:sym typeface="Mada"/>
            </a:endParaRPr>
          </a:p>
        </p:txBody>
      </p:sp>
      <p:sp>
        <p:nvSpPr>
          <p:cNvPr id="288" name="Google Shape;288;p28"/>
          <p:cNvSpPr/>
          <p:nvPr/>
        </p:nvSpPr>
        <p:spPr>
          <a:xfrm rot="10800000">
            <a:off x="3702402" y="1943525"/>
            <a:ext cx="2043900" cy="2043900"/>
          </a:xfrm>
          <a:prstGeom prst="pie">
            <a:avLst>
              <a:gd name="adj1" fmla="val 10821860"/>
              <a:gd name="adj2" fmla="val 1620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da"/>
              <a:ea typeface="Mada"/>
              <a:cs typeface="Mada"/>
              <a:sym typeface="Mada"/>
            </a:endParaRPr>
          </a:p>
        </p:txBody>
      </p:sp>
      <p:cxnSp>
        <p:nvCxnSpPr>
          <p:cNvPr id="289" name="Google Shape;289;p28"/>
          <p:cNvCxnSpPr/>
          <p:nvPr/>
        </p:nvCxnSpPr>
        <p:spPr>
          <a:xfrm>
            <a:off x="987750" y="2813075"/>
            <a:ext cx="7168500" cy="0"/>
          </a:xfrm>
          <a:prstGeom prst="straightConnector1">
            <a:avLst/>
          </a:prstGeom>
          <a:noFill/>
          <a:ln w="19050" cap="flat" cmpd="sng">
            <a:solidFill>
              <a:schemeClr val="dk1"/>
            </a:solidFill>
            <a:prstDash val="dot"/>
            <a:round/>
            <a:headEnd type="none" w="med" len="med"/>
            <a:tailEnd type="none" w="med" len="med"/>
          </a:ln>
        </p:spPr>
      </p:cxnSp>
      <p:cxnSp>
        <p:nvCxnSpPr>
          <p:cNvPr id="290" name="Google Shape;290;p28"/>
          <p:cNvCxnSpPr/>
          <p:nvPr/>
        </p:nvCxnSpPr>
        <p:spPr>
          <a:xfrm>
            <a:off x="4571950" y="1354150"/>
            <a:ext cx="0" cy="2917800"/>
          </a:xfrm>
          <a:prstGeom prst="straightConnector1">
            <a:avLst/>
          </a:prstGeom>
          <a:noFill/>
          <a:ln w="19050" cap="flat" cmpd="sng">
            <a:solidFill>
              <a:schemeClr val="dk1"/>
            </a:solidFill>
            <a:prstDash val="dot"/>
            <a:round/>
            <a:headEnd type="none" w="med" len="med"/>
            <a:tailEnd type="none" w="med" len="med"/>
          </a:ln>
        </p:spPr>
      </p:cxnSp>
      <p:sp>
        <p:nvSpPr>
          <p:cNvPr id="291" name="Google Shape;291;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Content</a:t>
            </a:r>
            <a:endParaRPr dirty="0"/>
          </a:p>
        </p:txBody>
      </p:sp>
      <p:sp>
        <p:nvSpPr>
          <p:cNvPr id="292" name="Google Shape;292;p28"/>
          <p:cNvSpPr txBox="1"/>
          <p:nvPr/>
        </p:nvSpPr>
        <p:spPr>
          <a:xfrm>
            <a:off x="1121850" y="1832042"/>
            <a:ext cx="1971000" cy="615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800" dirty="0">
                <a:solidFill>
                  <a:schemeClr val="dk1"/>
                </a:solidFill>
                <a:latin typeface="Hind"/>
                <a:ea typeface="Hind"/>
                <a:cs typeface="Hind"/>
                <a:sym typeface="Hind"/>
              </a:rPr>
              <a:t>What types of people tend to feel lonelier?</a:t>
            </a:r>
          </a:p>
        </p:txBody>
      </p:sp>
      <p:sp>
        <p:nvSpPr>
          <p:cNvPr id="293" name="Google Shape;293;p28"/>
          <p:cNvSpPr txBox="1"/>
          <p:nvPr/>
        </p:nvSpPr>
        <p:spPr>
          <a:xfrm>
            <a:off x="1121850" y="1354140"/>
            <a:ext cx="1971000"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800" b="1" dirty="0">
                <a:solidFill>
                  <a:schemeClr val="dk1"/>
                </a:solidFill>
                <a:latin typeface="Archivo"/>
                <a:ea typeface="Archivo"/>
                <a:cs typeface="Archivo"/>
                <a:sym typeface="Archivo"/>
              </a:rPr>
              <a:t>Part 1</a:t>
            </a:r>
            <a:endParaRPr sz="2800" b="1" dirty="0">
              <a:solidFill>
                <a:schemeClr val="dk1"/>
              </a:solidFill>
              <a:latin typeface="Archivo"/>
              <a:ea typeface="Archivo"/>
              <a:cs typeface="Archivo"/>
              <a:sym typeface="Archivo"/>
            </a:endParaRPr>
          </a:p>
        </p:txBody>
      </p:sp>
      <p:sp>
        <p:nvSpPr>
          <p:cNvPr id="294" name="Google Shape;294;p28"/>
          <p:cNvSpPr txBox="1"/>
          <p:nvPr/>
        </p:nvSpPr>
        <p:spPr>
          <a:xfrm>
            <a:off x="6051150" y="3656396"/>
            <a:ext cx="1971000" cy="615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dk1"/>
                </a:solidFill>
                <a:latin typeface="Hind"/>
                <a:ea typeface="Hind"/>
                <a:cs typeface="Hind"/>
                <a:sym typeface="Hind"/>
              </a:rPr>
              <a:t>Overall Summary</a:t>
            </a:r>
            <a:endParaRPr sz="1800" dirty="0">
              <a:solidFill>
                <a:schemeClr val="dk1"/>
              </a:solidFill>
              <a:latin typeface="Hind"/>
              <a:ea typeface="Hind"/>
              <a:cs typeface="Hind"/>
              <a:sym typeface="Hind"/>
            </a:endParaRPr>
          </a:p>
        </p:txBody>
      </p:sp>
      <p:sp>
        <p:nvSpPr>
          <p:cNvPr id="295" name="Google Shape;295;p28"/>
          <p:cNvSpPr txBox="1"/>
          <p:nvPr/>
        </p:nvSpPr>
        <p:spPr>
          <a:xfrm>
            <a:off x="6051150" y="3178493"/>
            <a:ext cx="1971000"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800" b="1" dirty="0">
                <a:solidFill>
                  <a:schemeClr val="dk1"/>
                </a:solidFill>
                <a:latin typeface="Archivo"/>
                <a:ea typeface="Archivo"/>
                <a:cs typeface="Archivo"/>
                <a:sym typeface="Archivo"/>
              </a:rPr>
              <a:t>Part 4</a:t>
            </a:r>
            <a:endParaRPr sz="2800" b="1" dirty="0">
              <a:solidFill>
                <a:schemeClr val="dk1"/>
              </a:solidFill>
              <a:latin typeface="Archivo"/>
              <a:ea typeface="Archivo"/>
              <a:cs typeface="Archivo"/>
              <a:sym typeface="Archivo"/>
            </a:endParaRPr>
          </a:p>
        </p:txBody>
      </p:sp>
      <p:sp>
        <p:nvSpPr>
          <p:cNvPr id="296" name="Google Shape;296;p28"/>
          <p:cNvSpPr txBox="1"/>
          <p:nvPr/>
        </p:nvSpPr>
        <p:spPr>
          <a:xfrm>
            <a:off x="5538339" y="1844412"/>
            <a:ext cx="2985865" cy="615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800" dirty="0">
                <a:solidFill>
                  <a:schemeClr val="dk1"/>
                </a:solidFill>
                <a:latin typeface="Hind"/>
                <a:ea typeface="Hind"/>
                <a:cs typeface="Hind"/>
                <a:sym typeface="Hind"/>
              </a:rPr>
              <a:t>Do some of the commonly-used ways to counter loneliness actually work?</a:t>
            </a:r>
          </a:p>
        </p:txBody>
      </p:sp>
      <p:sp>
        <p:nvSpPr>
          <p:cNvPr id="297" name="Google Shape;297;p28"/>
          <p:cNvSpPr txBox="1"/>
          <p:nvPr/>
        </p:nvSpPr>
        <p:spPr>
          <a:xfrm>
            <a:off x="6051150" y="1354140"/>
            <a:ext cx="1971000"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800" b="1" dirty="0">
                <a:solidFill>
                  <a:schemeClr val="dk1"/>
                </a:solidFill>
                <a:latin typeface="Archivo"/>
                <a:ea typeface="Archivo"/>
                <a:cs typeface="Archivo"/>
                <a:sym typeface="Archivo"/>
              </a:rPr>
              <a:t>Part 2</a:t>
            </a:r>
            <a:endParaRPr sz="2800" b="1" dirty="0">
              <a:solidFill>
                <a:schemeClr val="dk1"/>
              </a:solidFill>
              <a:latin typeface="Archivo"/>
              <a:ea typeface="Archivo"/>
              <a:cs typeface="Archivo"/>
              <a:sym typeface="Archivo"/>
            </a:endParaRPr>
          </a:p>
        </p:txBody>
      </p:sp>
      <p:sp>
        <p:nvSpPr>
          <p:cNvPr id="298" name="Google Shape;298;p28"/>
          <p:cNvSpPr txBox="1"/>
          <p:nvPr/>
        </p:nvSpPr>
        <p:spPr>
          <a:xfrm>
            <a:off x="283034" y="3639762"/>
            <a:ext cx="3648632" cy="615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800" dirty="0">
                <a:solidFill>
                  <a:schemeClr val="dk1"/>
                </a:solidFill>
                <a:latin typeface="Hind"/>
                <a:ea typeface="Hind"/>
                <a:cs typeface="Hind"/>
                <a:sym typeface="Hind"/>
              </a:rPr>
              <a:t>What is the most effective method among all effective methods identified through part 2?</a:t>
            </a:r>
          </a:p>
        </p:txBody>
      </p:sp>
      <p:sp>
        <p:nvSpPr>
          <p:cNvPr id="299" name="Google Shape;299;p28"/>
          <p:cNvSpPr txBox="1"/>
          <p:nvPr/>
        </p:nvSpPr>
        <p:spPr>
          <a:xfrm>
            <a:off x="1121850" y="3178493"/>
            <a:ext cx="1971000"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800" b="1" dirty="0">
                <a:solidFill>
                  <a:schemeClr val="dk1"/>
                </a:solidFill>
                <a:latin typeface="Archivo"/>
                <a:ea typeface="Archivo"/>
                <a:cs typeface="Archivo"/>
                <a:sym typeface="Archivo"/>
              </a:rPr>
              <a:t>Part 3</a:t>
            </a:r>
            <a:endParaRPr sz="2800" b="1" dirty="0">
              <a:solidFill>
                <a:schemeClr val="dk1"/>
              </a:solidFill>
              <a:latin typeface="Archivo"/>
              <a:ea typeface="Archivo"/>
              <a:cs typeface="Archivo"/>
              <a:sym typeface="Archivo"/>
            </a:endParaRPr>
          </a:p>
        </p:txBody>
      </p:sp>
      <p:sp>
        <p:nvSpPr>
          <p:cNvPr id="300" name="Google Shape;300;p28"/>
          <p:cNvSpPr/>
          <p:nvPr/>
        </p:nvSpPr>
        <p:spPr>
          <a:xfrm>
            <a:off x="3745402" y="1986388"/>
            <a:ext cx="1653100" cy="1653374"/>
          </a:xfrm>
          <a:custGeom>
            <a:avLst/>
            <a:gdLst/>
            <a:ahLst/>
            <a:cxnLst/>
            <a:rect l="l" t="t" r="r" b="b"/>
            <a:pathLst>
              <a:path w="6032" h="6033" extrusionOk="0">
                <a:moveTo>
                  <a:pt x="6032" y="3018"/>
                </a:moveTo>
                <a:lnTo>
                  <a:pt x="6032" y="3018"/>
                </a:lnTo>
                <a:cubicBezTo>
                  <a:pt x="6032" y="4683"/>
                  <a:pt x="4683" y="6033"/>
                  <a:pt x="3018" y="6033"/>
                </a:cubicBezTo>
                <a:cubicBezTo>
                  <a:pt x="1352" y="6033"/>
                  <a:pt x="0" y="4683"/>
                  <a:pt x="0" y="3018"/>
                </a:cubicBezTo>
                <a:cubicBezTo>
                  <a:pt x="0" y="1352"/>
                  <a:pt x="1352" y="0"/>
                  <a:pt x="3018" y="0"/>
                </a:cubicBezTo>
                <a:cubicBezTo>
                  <a:pt x="4683" y="0"/>
                  <a:pt x="6032" y="1352"/>
                  <a:pt x="6032" y="3018"/>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301" name="Google Shape;301;p28"/>
          <p:cNvGrpSpPr/>
          <p:nvPr/>
        </p:nvGrpSpPr>
        <p:grpSpPr>
          <a:xfrm>
            <a:off x="4395824" y="2540616"/>
            <a:ext cx="351937" cy="544981"/>
            <a:chOff x="5972327" y="1180025"/>
            <a:chExt cx="151612" cy="234784"/>
          </a:xfrm>
        </p:grpSpPr>
        <p:sp>
          <p:nvSpPr>
            <p:cNvPr id="302" name="Google Shape;302;p28"/>
            <p:cNvSpPr/>
            <p:nvPr/>
          </p:nvSpPr>
          <p:spPr>
            <a:xfrm>
              <a:off x="6006484" y="1180025"/>
              <a:ext cx="83171" cy="27530"/>
            </a:xfrm>
            <a:custGeom>
              <a:avLst/>
              <a:gdLst/>
              <a:ahLst/>
              <a:cxnLst/>
              <a:rect l="l" t="t" r="r" b="b"/>
              <a:pathLst>
                <a:path w="83171" h="27530" extrusionOk="0">
                  <a:moveTo>
                    <a:pt x="14087" y="27531"/>
                  </a:moveTo>
                  <a:lnTo>
                    <a:pt x="69084" y="27531"/>
                  </a:lnTo>
                  <a:lnTo>
                    <a:pt x="69084" y="13444"/>
                  </a:lnTo>
                  <a:lnTo>
                    <a:pt x="83171" y="13444"/>
                  </a:lnTo>
                  <a:lnTo>
                    <a:pt x="83171" y="0"/>
                  </a:lnTo>
                  <a:lnTo>
                    <a:pt x="0" y="0"/>
                  </a:lnTo>
                  <a:lnTo>
                    <a:pt x="0" y="13444"/>
                  </a:lnTo>
                  <a:lnTo>
                    <a:pt x="14087" y="13444"/>
                  </a:lnTo>
                  <a:lnTo>
                    <a:pt x="14087" y="27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03" name="Google Shape;303;p28"/>
            <p:cNvSpPr/>
            <p:nvPr/>
          </p:nvSpPr>
          <p:spPr>
            <a:xfrm>
              <a:off x="6013881" y="1283587"/>
              <a:ext cx="69148" cy="82978"/>
            </a:xfrm>
            <a:custGeom>
              <a:avLst/>
              <a:gdLst/>
              <a:ahLst/>
              <a:cxnLst/>
              <a:rect l="l" t="t" r="r" b="b"/>
              <a:pathLst>
                <a:path w="69148" h="82978" extrusionOk="0">
                  <a:moveTo>
                    <a:pt x="34542" y="0"/>
                  </a:moveTo>
                  <a:cubicBezTo>
                    <a:pt x="15502" y="0"/>
                    <a:pt x="0" y="15502"/>
                    <a:pt x="0" y="34542"/>
                  </a:cubicBezTo>
                  <a:lnTo>
                    <a:pt x="0" y="54483"/>
                  </a:lnTo>
                  <a:cubicBezTo>
                    <a:pt x="0" y="56605"/>
                    <a:pt x="1222" y="58600"/>
                    <a:pt x="3152" y="59500"/>
                  </a:cubicBezTo>
                  <a:cubicBezTo>
                    <a:pt x="9906" y="62781"/>
                    <a:pt x="14087" y="69470"/>
                    <a:pt x="14087" y="76868"/>
                  </a:cubicBezTo>
                  <a:lnTo>
                    <a:pt x="14087" y="82978"/>
                  </a:lnTo>
                  <a:lnTo>
                    <a:pt x="27531" y="82978"/>
                  </a:lnTo>
                  <a:lnTo>
                    <a:pt x="27531" y="68891"/>
                  </a:lnTo>
                  <a:lnTo>
                    <a:pt x="41618" y="68891"/>
                  </a:lnTo>
                  <a:lnTo>
                    <a:pt x="41618" y="82978"/>
                  </a:lnTo>
                  <a:lnTo>
                    <a:pt x="55062" y="82978"/>
                  </a:lnTo>
                  <a:lnTo>
                    <a:pt x="55062" y="76996"/>
                  </a:lnTo>
                  <a:cubicBezTo>
                    <a:pt x="55062" y="69599"/>
                    <a:pt x="59243" y="62781"/>
                    <a:pt x="65933" y="59564"/>
                  </a:cubicBezTo>
                  <a:cubicBezTo>
                    <a:pt x="67927" y="58600"/>
                    <a:pt x="69149" y="56670"/>
                    <a:pt x="69149" y="54547"/>
                  </a:cubicBezTo>
                  <a:lnTo>
                    <a:pt x="69149" y="34607"/>
                  </a:lnTo>
                  <a:cubicBezTo>
                    <a:pt x="69149" y="15566"/>
                    <a:pt x="53647" y="64"/>
                    <a:pt x="34607" y="64"/>
                  </a:cubicBezTo>
                  <a:lnTo>
                    <a:pt x="34607" y="64"/>
                  </a:lnTo>
                  <a:close/>
                  <a:moveTo>
                    <a:pt x="27466" y="41361"/>
                  </a:moveTo>
                  <a:lnTo>
                    <a:pt x="13379" y="41361"/>
                  </a:lnTo>
                  <a:lnTo>
                    <a:pt x="13379" y="27274"/>
                  </a:lnTo>
                  <a:lnTo>
                    <a:pt x="27466" y="27274"/>
                  </a:lnTo>
                  <a:lnTo>
                    <a:pt x="27466" y="41361"/>
                  </a:lnTo>
                  <a:close/>
                  <a:moveTo>
                    <a:pt x="55641" y="41361"/>
                  </a:moveTo>
                  <a:lnTo>
                    <a:pt x="41554" y="41361"/>
                  </a:lnTo>
                  <a:lnTo>
                    <a:pt x="41554" y="27274"/>
                  </a:lnTo>
                  <a:lnTo>
                    <a:pt x="55641" y="27274"/>
                  </a:lnTo>
                  <a:lnTo>
                    <a:pt x="55641" y="4136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04" name="Google Shape;304;p28"/>
            <p:cNvSpPr/>
            <p:nvPr/>
          </p:nvSpPr>
          <p:spPr>
            <a:xfrm>
              <a:off x="5972327" y="1221643"/>
              <a:ext cx="151612" cy="193166"/>
            </a:xfrm>
            <a:custGeom>
              <a:avLst/>
              <a:gdLst/>
              <a:ahLst/>
              <a:cxnLst/>
              <a:rect l="l" t="t" r="r" b="b"/>
              <a:pathLst>
                <a:path w="151612" h="193166" extrusionOk="0">
                  <a:moveTo>
                    <a:pt x="124017" y="28496"/>
                  </a:moveTo>
                  <a:cubicBezTo>
                    <a:pt x="113340" y="22385"/>
                    <a:pt x="106071" y="11836"/>
                    <a:pt x="104013" y="0"/>
                  </a:cubicBezTo>
                  <a:lnTo>
                    <a:pt x="47600" y="0"/>
                  </a:lnTo>
                  <a:cubicBezTo>
                    <a:pt x="45477" y="11900"/>
                    <a:pt x="38209" y="22385"/>
                    <a:pt x="27595" y="28496"/>
                  </a:cubicBezTo>
                  <a:cubicBezTo>
                    <a:pt x="10549" y="38209"/>
                    <a:pt x="0" y="56477"/>
                    <a:pt x="0" y="76096"/>
                  </a:cubicBezTo>
                  <a:lnTo>
                    <a:pt x="0" y="193166"/>
                  </a:lnTo>
                  <a:lnTo>
                    <a:pt x="151613" y="193166"/>
                  </a:lnTo>
                  <a:lnTo>
                    <a:pt x="151613" y="76096"/>
                  </a:lnTo>
                  <a:cubicBezTo>
                    <a:pt x="151613" y="56477"/>
                    <a:pt x="141064" y="38209"/>
                    <a:pt x="124017" y="28496"/>
                  </a:cubicBezTo>
                  <a:lnTo>
                    <a:pt x="124017" y="28496"/>
                  </a:lnTo>
                  <a:close/>
                  <a:moveTo>
                    <a:pt x="124082" y="116684"/>
                  </a:moveTo>
                  <a:cubicBezTo>
                    <a:pt x="124082" y="124082"/>
                    <a:pt x="120094" y="130707"/>
                    <a:pt x="113661" y="134052"/>
                  </a:cubicBezTo>
                  <a:cubicBezTo>
                    <a:pt x="111796" y="135017"/>
                    <a:pt x="110638" y="136947"/>
                    <a:pt x="110638" y="139069"/>
                  </a:cubicBezTo>
                  <a:lnTo>
                    <a:pt x="110638" y="158946"/>
                  </a:lnTo>
                  <a:lnTo>
                    <a:pt x="41554" y="158946"/>
                  </a:lnTo>
                  <a:lnTo>
                    <a:pt x="41554" y="139069"/>
                  </a:lnTo>
                  <a:cubicBezTo>
                    <a:pt x="41554" y="136947"/>
                    <a:pt x="40332" y="135017"/>
                    <a:pt x="38402" y="134052"/>
                  </a:cubicBezTo>
                  <a:cubicBezTo>
                    <a:pt x="31648" y="130772"/>
                    <a:pt x="27467" y="124082"/>
                    <a:pt x="27467" y="116684"/>
                  </a:cubicBezTo>
                  <a:lnTo>
                    <a:pt x="27467" y="96487"/>
                  </a:lnTo>
                  <a:cubicBezTo>
                    <a:pt x="30104" y="32420"/>
                    <a:pt x="121445" y="32420"/>
                    <a:pt x="124082" y="96487"/>
                  </a:cubicBezTo>
                  <a:lnTo>
                    <a:pt x="124082" y="11668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2">
          <a:extLst>
            <a:ext uri="{FF2B5EF4-FFF2-40B4-BE49-F238E27FC236}">
              <a16:creationId xmlns:a16="http://schemas.microsoft.com/office/drawing/2014/main" id="{1426D02A-15B1-1AC0-BAE3-218EA50996A0}"/>
            </a:ext>
          </a:extLst>
        </p:cNvPr>
        <p:cNvGrpSpPr/>
        <p:nvPr/>
      </p:nvGrpSpPr>
      <p:grpSpPr>
        <a:xfrm>
          <a:off x="0" y="0"/>
          <a:ext cx="0" cy="0"/>
          <a:chOff x="0" y="0"/>
          <a:chExt cx="0" cy="0"/>
        </a:xfrm>
      </p:grpSpPr>
      <p:sp>
        <p:nvSpPr>
          <p:cNvPr id="833" name="Google Shape;833;p42">
            <a:extLst>
              <a:ext uri="{FF2B5EF4-FFF2-40B4-BE49-F238E27FC236}">
                <a16:creationId xmlns:a16="http://schemas.microsoft.com/office/drawing/2014/main" id="{3EF2B044-72A1-D4D0-D96A-C2C97EC94AEF}"/>
              </a:ext>
            </a:extLst>
          </p:cNvPr>
          <p:cNvSpPr txBox="1">
            <a:spLocks noGrp="1"/>
          </p:cNvSpPr>
          <p:nvPr>
            <p:ph type="title"/>
          </p:nvPr>
        </p:nvSpPr>
        <p:spPr>
          <a:xfrm>
            <a:off x="720000" y="42442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800" dirty="0"/>
              <a:t>Part 1</a:t>
            </a:r>
            <a:endParaRPr sz="4800" dirty="0"/>
          </a:p>
        </p:txBody>
      </p:sp>
      <p:sp>
        <p:nvSpPr>
          <p:cNvPr id="834" name="Google Shape;834;p42">
            <a:extLst>
              <a:ext uri="{FF2B5EF4-FFF2-40B4-BE49-F238E27FC236}">
                <a16:creationId xmlns:a16="http://schemas.microsoft.com/office/drawing/2014/main" id="{A1DCB170-62FD-E893-28B1-DE7B022E03F3}"/>
              </a:ext>
            </a:extLst>
          </p:cNvPr>
          <p:cNvSpPr txBox="1">
            <a:spLocks noGrp="1"/>
          </p:cNvSpPr>
          <p:nvPr>
            <p:ph type="body" idx="1"/>
          </p:nvPr>
        </p:nvSpPr>
        <p:spPr>
          <a:xfrm>
            <a:off x="103094" y="1734288"/>
            <a:ext cx="8937812" cy="9594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3600" dirty="0"/>
              <a:t>What Types of People Tend to Feel Lonelier?</a:t>
            </a:r>
          </a:p>
          <a:p>
            <a:pPr marL="0" lvl="0" indent="0" algn="ctr" rtl="0">
              <a:lnSpc>
                <a:spcPct val="100000"/>
              </a:lnSpc>
              <a:spcBef>
                <a:spcPts val="0"/>
              </a:spcBef>
              <a:spcAft>
                <a:spcPts val="0"/>
              </a:spcAft>
              <a:buNone/>
            </a:pPr>
            <a:endParaRPr lang="en-US" sz="3600" dirty="0"/>
          </a:p>
          <a:p>
            <a:pPr marL="0" lvl="0" indent="0" algn="ctr" rtl="0">
              <a:lnSpc>
                <a:spcPct val="100000"/>
              </a:lnSpc>
              <a:spcBef>
                <a:spcPts val="0"/>
              </a:spcBef>
              <a:spcAft>
                <a:spcPts val="0"/>
              </a:spcAft>
              <a:buNone/>
            </a:pPr>
            <a:endParaRPr lang="en-US" sz="3600" dirty="0"/>
          </a:p>
          <a:p>
            <a:pPr marL="0" indent="0" algn="ctr">
              <a:lnSpc>
                <a:spcPct val="100000"/>
              </a:lnSpc>
              <a:buNone/>
            </a:pPr>
            <a:r>
              <a:rPr lang="en-US" altLang="zh-CN" sz="2000" dirty="0"/>
              <a:t>Analysis using decision tree</a:t>
            </a:r>
          </a:p>
        </p:txBody>
      </p:sp>
      <p:grpSp>
        <p:nvGrpSpPr>
          <p:cNvPr id="835" name="Google Shape;835;p42">
            <a:extLst>
              <a:ext uri="{FF2B5EF4-FFF2-40B4-BE49-F238E27FC236}">
                <a16:creationId xmlns:a16="http://schemas.microsoft.com/office/drawing/2014/main" id="{184430CE-CA3A-07B2-1D8E-24E7E64BBC9F}"/>
              </a:ext>
            </a:extLst>
          </p:cNvPr>
          <p:cNvGrpSpPr/>
          <p:nvPr/>
        </p:nvGrpSpPr>
        <p:grpSpPr>
          <a:xfrm>
            <a:off x="0" y="3733700"/>
            <a:ext cx="2226100" cy="874800"/>
            <a:chOff x="0" y="-176475"/>
            <a:chExt cx="2226100" cy="874800"/>
          </a:xfrm>
        </p:grpSpPr>
        <p:sp>
          <p:nvSpPr>
            <p:cNvPr id="836" name="Google Shape;836;p42">
              <a:extLst>
                <a:ext uri="{FF2B5EF4-FFF2-40B4-BE49-F238E27FC236}">
                  <a16:creationId xmlns:a16="http://schemas.microsoft.com/office/drawing/2014/main" id="{2CD59535-60B1-141A-CBE1-970297E2C9EF}"/>
                </a:ext>
              </a:extLst>
            </p:cNvPr>
            <p:cNvSpPr/>
            <p:nvPr/>
          </p:nvSpPr>
          <p:spPr>
            <a:xfrm>
              <a:off x="1351300" y="-176475"/>
              <a:ext cx="874800" cy="8748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Hind"/>
                <a:ea typeface="Hind"/>
                <a:cs typeface="Hind"/>
                <a:sym typeface="Hind"/>
              </a:endParaRPr>
            </a:p>
          </p:txBody>
        </p:sp>
        <p:sp>
          <p:nvSpPr>
            <p:cNvPr id="837" name="Google Shape;837;p42">
              <a:extLst>
                <a:ext uri="{FF2B5EF4-FFF2-40B4-BE49-F238E27FC236}">
                  <a16:creationId xmlns:a16="http://schemas.microsoft.com/office/drawing/2014/main" id="{C6421BCB-81D8-35AB-D0BE-0F513D8CF1F4}"/>
                </a:ext>
              </a:extLst>
            </p:cNvPr>
            <p:cNvSpPr/>
            <p:nvPr/>
          </p:nvSpPr>
          <p:spPr>
            <a:xfrm>
              <a:off x="261000" y="130475"/>
              <a:ext cx="1237200" cy="2610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Hind"/>
                <a:ea typeface="Hind"/>
                <a:cs typeface="Hind"/>
                <a:sym typeface="Hind"/>
              </a:endParaRPr>
            </a:p>
          </p:txBody>
        </p:sp>
        <p:cxnSp>
          <p:nvCxnSpPr>
            <p:cNvPr id="838" name="Google Shape;838;p42">
              <a:extLst>
                <a:ext uri="{FF2B5EF4-FFF2-40B4-BE49-F238E27FC236}">
                  <a16:creationId xmlns:a16="http://schemas.microsoft.com/office/drawing/2014/main" id="{AEF79FF7-BD5B-8131-63FD-42DF154318AF}"/>
                </a:ext>
              </a:extLst>
            </p:cNvPr>
            <p:cNvCxnSpPr/>
            <p:nvPr/>
          </p:nvCxnSpPr>
          <p:spPr>
            <a:xfrm>
              <a:off x="0" y="260950"/>
              <a:ext cx="1789500" cy="0"/>
            </a:xfrm>
            <a:prstGeom prst="straightConnector1">
              <a:avLst/>
            </a:prstGeom>
            <a:noFill/>
            <a:ln w="1905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285053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Goal: Identify people in need of help</a:t>
            </a:r>
            <a:endParaRPr dirty="0"/>
          </a:p>
        </p:txBody>
      </p:sp>
      <p:sp>
        <p:nvSpPr>
          <p:cNvPr id="494" name="Google Shape;494;p34"/>
          <p:cNvSpPr txBox="1"/>
          <p:nvPr/>
        </p:nvSpPr>
        <p:spPr>
          <a:xfrm>
            <a:off x="6311700" y="3992911"/>
            <a:ext cx="2112300" cy="615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dirty="0" err="1">
                <a:solidFill>
                  <a:schemeClr val="dk1"/>
                </a:solidFill>
                <a:latin typeface="Hind"/>
                <a:ea typeface="Hind"/>
                <a:cs typeface="Hind"/>
                <a:sym typeface="Hind"/>
              </a:rPr>
              <a:t>DEMO_identity_lgbtq</a:t>
            </a:r>
            <a:endParaRPr dirty="0">
              <a:solidFill>
                <a:schemeClr val="dk1"/>
              </a:solidFill>
              <a:latin typeface="Hind"/>
              <a:ea typeface="Hind"/>
              <a:cs typeface="Hind"/>
              <a:sym typeface="Hind"/>
            </a:endParaRPr>
          </a:p>
        </p:txBody>
      </p:sp>
      <p:sp>
        <p:nvSpPr>
          <p:cNvPr id="495" name="Google Shape;495;p34"/>
          <p:cNvSpPr txBox="1"/>
          <p:nvPr/>
        </p:nvSpPr>
        <p:spPr>
          <a:xfrm>
            <a:off x="5775439" y="3650149"/>
            <a:ext cx="3330028"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dirty="0">
                <a:solidFill>
                  <a:schemeClr val="dk1"/>
                </a:solidFill>
                <a:latin typeface="Archivo"/>
                <a:ea typeface="Archivo"/>
                <a:cs typeface="Archivo"/>
                <a:sym typeface="Archivo"/>
              </a:rPr>
              <a:t>Factor - </a:t>
            </a:r>
            <a:r>
              <a:rPr lang="en-US" sz="2000" b="1" dirty="0">
                <a:solidFill>
                  <a:schemeClr val="dk1"/>
                </a:solidFill>
                <a:latin typeface="Archivo"/>
                <a:ea typeface="Archivo"/>
                <a:cs typeface="Archivo"/>
                <a:sym typeface="Archivo"/>
              </a:rPr>
              <a:t>Self-gender identity</a:t>
            </a:r>
            <a:r>
              <a:rPr lang="en" sz="2000" b="1" dirty="0">
                <a:solidFill>
                  <a:schemeClr val="dk1"/>
                </a:solidFill>
                <a:latin typeface="Archivo"/>
                <a:ea typeface="Archivo"/>
                <a:cs typeface="Archivo"/>
                <a:sym typeface="Archivo"/>
              </a:rPr>
              <a:t>  </a:t>
            </a:r>
            <a:endParaRPr sz="2000" b="1" dirty="0">
              <a:solidFill>
                <a:schemeClr val="dk1"/>
              </a:solidFill>
              <a:latin typeface="Archivo"/>
              <a:ea typeface="Archivo"/>
              <a:cs typeface="Archivo"/>
              <a:sym typeface="Archivo"/>
            </a:endParaRPr>
          </a:p>
        </p:txBody>
      </p:sp>
      <p:sp>
        <p:nvSpPr>
          <p:cNvPr id="496" name="Google Shape;496;p34"/>
          <p:cNvSpPr txBox="1"/>
          <p:nvPr/>
        </p:nvSpPr>
        <p:spPr>
          <a:xfrm>
            <a:off x="6311700" y="2603573"/>
            <a:ext cx="2112300" cy="615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dirty="0" err="1">
                <a:solidFill>
                  <a:schemeClr val="dk1"/>
                </a:solidFill>
                <a:latin typeface="Hind"/>
                <a:ea typeface="Hind"/>
                <a:cs typeface="Hind"/>
                <a:sym typeface="Hind"/>
              </a:rPr>
              <a:t>DEMO_gender</a:t>
            </a:r>
            <a:endParaRPr dirty="0">
              <a:solidFill>
                <a:schemeClr val="dk1"/>
              </a:solidFill>
              <a:latin typeface="Hind"/>
              <a:ea typeface="Hind"/>
              <a:cs typeface="Hind"/>
              <a:sym typeface="Hind"/>
            </a:endParaRPr>
          </a:p>
        </p:txBody>
      </p:sp>
      <p:sp>
        <p:nvSpPr>
          <p:cNvPr id="497" name="Google Shape;497;p34"/>
          <p:cNvSpPr txBox="1"/>
          <p:nvPr/>
        </p:nvSpPr>
        <p:spPr>
          <a:xfrm>
            <a:off x="6311700" y="2125675"/>
            <a:ext cx="2112300"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dirty="0">
                <a:solidFill>
                  <a:schemeClr val="dk1"/>
                </a:solidFill>
                <a:latin typeface="Archivo"/>
                <a:ea typeface="Archivo"/>
                <a:cs typeface="Archivo"/>
                <a:sym typeface="Archivo"/>
              </a:rPr>
              <a:t>Factor - gender</a:t>
            </a:r>
            <a:endParaRPr sz="2000" b="1" dirty="0">
              <a:solidFill>
                <a:schemeClr val="dk1"/>
              </a:solidFill>
              <a:latin typeface="Archivo"/>
              <a:ea typeface="Archivo"/>
              <a:cs typeface="Archivo"/>
              <a:sym typeface="Archivo"/>
            </a:endParaRPr>
          </a:p>
        </p:txBody>
      </p:sp>
      <p:sp>
        <p:nvSpPr>
          <p:cNvPr id="498" name="Google Shape;498;p34"/>
          <p:cNvSpPr txBox="1"/>
          <p:nvPr/>
        </p:nvSpPr>
        <p:spPr>
          <a:xfrm>
            <a:off x="2795818" y="1578233"/>
            <a:ext cx="3550024" cy="615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600" dirty="0" err="1">
                <a:solidFill>
                  <a:schemeClr val="dk1"/>
                </a:solidFill>
                <a:latin typeface="Hind"/>
                <a:ea typeface="Hind"/>
                <a:cs typeface="Hind"/>
                <a:sym typeface="Hind"/>
              </a:rPr>
              <a:t>LONELY_ucla_loneliness_scale_score</a:t>
            </a:r>
            <a:endParaRPr sz="1600" dirty="0">
              <a:solidFill>
                <a:schemeClr val="dk1"/>
              </a:solidFill>
              <a:latin typeface="Hind"/>
              <a:ea typeface="Hind"/>
              <a:cs typeface="Hind"/>
              <a:sym typeface="Hind"/>
            </a:endParaRPr>
          </a:p>
        </p:txBody>
      </p:sp>
      <p:sp>
        <p:nvSpPr>
          <p:cNvPr id="499" name="Google Shape;499;p34"/>
          <p:cNvSpPr txBox="1"/>
          <p:nvPr/>
        </p:nvSpPr>
        <p:spPr>
          <a:xfrm>
            <a:off x="3477317" y="1054866"/>
            <a:ext cx="2187026"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dirty="0">
                <a:solidFill>
                  <a:schemeClr val="dk1"/>
                </a:solidFill>
                <a:latin typeface="Archivo"/>
                <a:ea typeface="Archivo"/>
                <a:cs typeface="Archivo"/>
                <a:sym typeface="Archivo"/>
              </a:rPr>
              <a:t>How to measure?</a:t>
            </a:r>
            <a:endParaRPr sz="2000" b="1" dirty="0">
              <a:solidFill>
                <a:schemeClr val="dk1"/>
              </a:solidFill>
              <a:latin typeface="Archivo"/>
              <a:ea typeface="Archivo"/>
              <a:cs typeface="Archivo"/>
              <a:sym typeface="Archivo"/>
            </a:endParaRPr>
          </a:p>
        </p:txBody>
      </p:sp>
      <p:sp>
        <p:nvSpPr>
          <p:cNvPr id="500" name="Google Shape;500;p34"/>
          <p:cNvSpPr txBox="1"/>
          <p:nvPr/>
        </p:nvSpPr>
        <p:spPr>
          <a:xfrm flipH="1">
            <a:off x="720000" y="3992902"/>
            <a:ext cx="2109300" cy="615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dirty="0" err="1">
                <a:solidFill>
                  <a:schemeClr val="dk1"/>
                </a:solidFill>
                <a:latin typeface="Hind"/>
                <a:ea typeface="Hind"/>
                <a:cs typeface="Hind"/>
                <a:sym typeface="Hind"/>
              </a:rPr>
              <a:t>DEMO_identity_newcomers</a:t>
            </a:r>
            <a:endParaRPr dirty="0">
              <a:solidFill>
                <a:schemeClr val="dk1"/>
              </a:solidFill>
              <a:latin typeface="Hind"/>
              <a:ea typeface="Hind"/>
              <a:cs typeface="Hind"/>
              <a:sym typeface="Hind"/>
            </a:endParaRPr>
          </a:p>
        </p:txBody>
      </p:sp>
      <p:sp>
        <p:nvSpPr>
          <p:cNvPr id="501" name="Google Shape;501;p34"/>
          <p:cNvSpPr txBox="1"/>
          <p:nvPr/>
        </p:nvSpPr>
        <p:spPr>
          <a:xfrm flipH="1">
            <a:off x="525847" y="3525875"/>
            <a:ext cx="2497606"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dirty="0">
                <a:solidFill>
                  <a:schemeClr val="dk1"/>
                </a:solidFill>
                <a:latin typeface="Archivo"/>
                <a:ea typeface="Archivo"/>
                <a:cs typeface="Archivo"/>
                <a:sym typeface="Archivo"/>
              </a:rPr>
              <a:t>Factor - immigration</a:t>
            </a:r>
            <a:endParaRPr sz="2000" b="1" dirty="0">
              <a:solidFill>
                <a:schemeClr val="dk1"/>
              </a:solidFill>
              <a:latin typeface="Archivo"/>
              <a:ea typeface="Archivo"/>
              <a:cs typeface="Archivo"/>
              <a:sym typeface="Archivo"/>
            </a:endParaRPr>
          </a:p>
        </p:txBody>
      </p:sp>
      <p:sp>
        <p:nvSpPr>
          <p:cNvPr id="502" name="Google Shape;502;p34"/>
          <p:cNvSpPr txBox="1"/>
          <p:nvPr/>
        </p:nvSpPr>
        <p:spPr>
          <a:xfrm flipH="1">
            <a:off x="720000" y="2611172"/>
            <a:ext cx="2109300" cy="615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dirty="0" err="1">
                <a:solidFill>
                  <a:schemeClr val="dk1"/>
                </a:solidFill>
                <a:latin typeface="Hind"/>
                <a:ea typeface="Hind"/>
                <a:cs typeface="Hind"/>
                <a:sym typeface="Hind"/>
              </a:rPr>
              <a:t>DEMO_age</a:t>
            </a:r>
            <a:endParaRPr lang="en-US" dirty="0">
              <a:solidFill>
                <a:schemeClr val="dk1"/>
              </a:solidFill>
              <a:latin typeface="Hind"/>
              <a:ea typeface="Hind"/>
              <a:cs typeface="Hind"/>
              <a:sym typeface="Hind"/>
            </a:endParaRPr>
          </a:p>
        </p:txBody>
      </p:sp>
      <p:sp>
        <p:nvSpPr>
          <p:cNvPr id="503" name="Google Shape;503;p34"/>
          <p:cNvSpPr txBox="1"/>
          <p:nvPr/>
        </p:nvSpPr>
        <p:spPr>
          <a:xfrm flipH="1">
            <a:off x="720000" y="2133275"/>
            <a:ext cx="2109300"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dirty="0">
                <a:solidFill>
                  <a:schemeClr val="dk1"/>
                </a:solidFill>
                <a:latin typeface="Archivo"/>
                <a:ea typeface="Archivo"/>
                <a:cs typeface="Archivo"/>
                <a:sym typeface="Archivo"/>
              </a:rPr>
              <a:t>Factor - Age</a:t>
            </a:r>
            <a:endParaRPr sz="2000" b="1" dirty="0">
              <a:solidFill>
                <a:schemeClr val="dk1"/>
              </a:solidFill>
              <a:latin typeface="Archivo"/>
              <a:ea typeface="Archivo"/>
              <a:cs typeface="Archivo"/>
              <a:sym typeface="Archivo"/>
            </a:endParaRPr>
          </a:p>
        </p:txBody>
      </p:sp>
      <p:sp>
        <p:nvSpPr>
          <p:cNvPr id="504" name="Google Shape;504;p34"/>
          <p:cNvSpPr/>
          <p:nvPr/>
        </p:nvSpPr>
        <p:spPr>
          <a:xfrm rot="10800000" flipH="1">
            <a:off x="3441124" y="2557170"/>
            <a:ext cx="802399" cy="1123881"/>
          </a:xfrm>
          <a:custGeom>
            <a:avLst/>
            <a:gdLst/>
            <a:ahLst/>
            <a:cxnLst/>
            <a:rect l="l" t="t" r="r" b="b"/>
            <a:pathLst>
              <a:path w="2124" h="2975" extrusionOk="0">
                <a:moveTo>
                  <a:pt x="1261" y="2975"/>
                </a:moveTo>
                <a:lnTo>
                  <a:pt x="2124" y="1647"/>
                </a:lnTo>
                <a:cubicBezTo>
                  <a:pt x="1793" y="1388"/>
                  <a:pt x="1580" y="986"/>
                  <a:pt x="1580" y="535"/>
                </a:cubicBezTo>
                <a:cubicBezTo>
                  <a:pt x="1580" y="471"/>
                  <a:pt x="1585" y="408"/>
                  <a:pt x="1593" y="347"/>
                </a:cubicBezTo>
                <a:lnTo>
                  <a:pt x="48" y="0"/>
                </a:lnTo>
                <a:cubicBezTo>
                  <a:pt x="17" y="173"/>
                  <a:pt x="0" y="352"/>
                  <a:pt x="0" y="535"/>
                </a:cubicBezTo>
                <a:cubicBezTo>
                  <a:pt x="0" y="1540"/>
                  <a:pt x="499" y="2431"/>
                  <a:pt x="1261" y="2975"/>
                </a:cubicBezTo>
                <a:close/>
              </a:path>
            </a:pathLst>
          </a:custGeom>
          <a:solidFill>
            <a:schemeClr val="accent2"/>
          </a:solidFill>
          <a:ln>
            <a:noFill/>
          </a:ln>
          <a:effectLst>
            <a:outerShdw blurRad="57150" dist="19050" dir="5400000" algn="bl" rotWithShape="0">
              <a:schemeClr val="accent3">
                <a:alpha val="50000"/>
              </a:scheme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5" name="Google Shape;505;p34"/>
          <p:cNvSpPr/>
          <p:nvPr/>
        </p:nvSpPr>
        <p:spPr>
          <a:xfrm rot="10800000" flipH="1">
            <a:off x="4618655" y="3641007"/>
            <a:ext cx="1045688" cy="967482"/>
          </a:xfrm>
          <a:custGeom>
            <a:avLst/>
            <a:gdLst/>
            <a:ahLst/>
            <a:cxnLst/>
            <a:rect l="l" t="t" r="r" b="b"/>
            <a:pathLst>
              <a:path w="2768" h="2561" extrusionOk="0">
                <a:moveTo>
                  <a:pt x="0" y="1582"/>
                </a:moveTo>
                <a:cubicBezTo>
                  <a:pt x="575" y="1632"/>
                  <a:pt x="1053" y="2028"/>
                  <a:pt x="1223" y="2561"/>
                </a:cubicBezTo>
                <a:lnTo>
                  <a:pt x="2768" y="2214"/>
                </a:lnTo>
                <a:cubicBezTo>
                  <a:pt x="2436" y="977"/>
                  <a:pt x="1328" y="54"/>
                  <a:pt x="0" y="0"/>
                </a:cubicBezTo>
                <a:lnTo>
                  <a:pt x="0" y="1582"/>
                </a:lnTo>
                <a:close/>
              </a:path>
            </a:pathLst>
          </a:custGeom>
          <a:solidFill>
            <a:schemeClr val="lt2"/>
          </a:solidFill>
          <a:ln>
            <a:noFill/>
          </a:ln>
          <a:effectLst>
            <a:outerShdw blurRad="57150" dist="19050" dir="5400000" algn="bl" rotWithShape="0">
              <a:schemeClr val="accent3">
                <a:alpha val="50000"/>
              </a:scheme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6" name="Google Shape;506;p34"/>
          <p:cNvSpPr/>
          <p:nvPr/>
        </p:nvSpPr>
        <p:spPr>
          <a:xfrm rot="10800000" flipH="1">
            <a:off x="3479658" y="3641007"/>
            <a:ext cx="1046066" cy="967482"/>
          </a:xfrm>
          <a:custGeom>
            <a:avLst/>
            <a:gdLst/>
            <a:ahLst/>
            <a:cxnLst/>
            <a:rect l="l" t="t" r="r" b="b"/>
            <a:pathLst>
              <a:path w="2769" h="2561" extrusionOk="0">
                <a:moveTo>
                  <a:pt x="1545" y="2561"/>
                </a:moveTo>
                <a:cubicBezTo>
                  <a:pt x="1715" y="2028"/>
                  <a:pt x="2193" y="1632"/>
                  <a:pt x="2769" y="1582"/>
                </a:cubicBezTo>
                <a:lnTo>
                  <a:pt x="2769" y="0"/>
                </a:lnTo>
                <a:cubicBezTo>
                  <a:pt x="1440" y="54"/>
                  <a:pt x="333" y="977"/>
                  <a:pt x="0" y="2214"/>
                </a:cubicBezTo>
                <a:lnTo>
                  <a:pt x="1545" y="2561"/>
                </a:lnTo>
                <a:close/>
              </a:path>
            </a:pathLst>
          </a:custGeom>
          <a:solidFill>
            <a:schemeClr val="accent1"/>
          </a:solidFill>
          <a:ln>
            <a:noFill/>
          </a:ln>
          <a:effectLst>
            <a:outerShdw blurRad="57150" dist="19050" dir="5400000" algn="bl" rotWithShape="0">
              <a:schemeClr val="accent3">
                <a:alpha val="50000"/>
              </a:scheme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7" name="Google Shape;507;p34"/>
          <p:cNvSpPr/>
          <p:nvPr/>
        </p:nvSpPr>
        <p:spPr>
          <a:xfrm rot="10800000" flipH="1">
            <a:off x="4900854" y="2557170"/>
            <a:ext cx="802022" cy="1123881"/>
          </a:xfrm>
          <a:custGeom>
            <a:avLst/>
            <a:gdLst/>
            <a:ahLst/>
            <a:cxnLst/>
            <a:rect l="l" t="t" r="r" b="b"/>
            <a:pathLst>
              <a:path w="2123" h="2975" extrusionOk="0">
                <a:moveTo>
                  <a:pt x="530" y="347"/>
                </a:moveTo>
                <a:cubicBezTo>
                  <a:pt x="538" y="408"/>
                  <a:pt x="543" y="471"/>
                  <a:pt x="543" y="535"/>
                </a:cubicBezTo>
                <a:cubicBezTo>
                  <a:pt x="543" y="986"/>
                  <a:pt x="330" y="1388"/>
                  <a:pt x="0" y="1647"/>
                </a:cubicBezTo>
                <a:lnTo>
                  <a:pt x="862" y="2975"/>
                </a:lnTo>
                <a:cubicBezTo>
                  <a:pt x="1625" y="2432"/>
                  <a:pt x="2123" y="1540"/>
                  <a:pt x="2123" y="535"/>
                </a:cubicBezTo>
                <a:cubicBezTo>
                  <a:pt x="2123" y="352"/>
                  <a:pt x="2107" y="173"/>
                  <a:pt x="2075" y="0"/>
                </a:cubicBezTo>
                <a:lnTo>
                  <a:pt x="530" y="347"/>
                </a:lnTo>
                <a:close/>
              </a:path>
            </a:pathLst>
          </a:custGeom>
          <a:solidFill>
            <a:schemeClr val="dk2"/>
          </a:solidFill>
          <a:ln>
            <a:noFill/>
          </a:ln>
          <a:effectLst>
            <a:outerShdw blurRad="57150" dist="19050" dir="5400000" algn="bl" rotWithShape="0">
              <a:schemeClr val="accent3">
                <a:alpha val="50000"/>
              </a:scheme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8" name="Google Shape;508;p34"/>
          <p:cNvSpPr/>
          <p:nvPr/>
        </p:nvSpPr>
        <p:spPr>
          <a:xfrm rot="10800000" flipH="1">
            <a:off x="3995701" y="2348261"/>
            <a:ext cx="1152977" cy="659595"/>
          </a:xfrm>
          <a:custGeom>
            <a:avLst/>
            <a:gdLst/>
            <a:ahLst/>
            <a:cxnLst/>
            <a:rect l="l" t="t" r="r" b="b"/>
            <a:pathLst>
              <a:path w="3052" h="1746" extrusionOk="0">
                <a:moveTo>
                  <a:pt x="2189" y="0"/>
                </a:moveTo>
                <a:cubicBezTo>
                  <a:pt x="1991" y="106"/>
                  <a:pt x="1765" y="166"/>
                  <a:pt x="1526" y="166"/>
                </a:cubicBezTo>
                <a:cubicBezTo>
                  <a:pt x="1286" y="166"/>
                  <a:pt x="1060" y="106"/>
                  <a:pt x="862" y="0"/>
                </a:cubicBezTo>
                <a:lnTo>
                  <a:pt x="0" y="1327"/>
                </a:lnTo>
                <a:cubicBezTo>
                  <a:pt x="447" y="1593"/>
                  <a:pt x="969" y="1746"/>
                  <a:pt x="1526" y="1746"/>
                </a:cubicBezTo>
                <a:cubicBezTo>
                  <a:pt x="2083" y="1746"/>
                  <a:pt x="2605" y="1593"/>
                  <a:pt x="3052" y="1327"/>
                </a:cubicBezTo>
                <a:lnTo>
                  <a:pt x="2189" y="0"/>
                </a:lnTo>
                <a:close/>
              </a:path>
            </a:pathLst>
          </a:custGeom>
          <a:solidFill>
            <a:schemeClr val="dk1"/>
          </a:solidFill>
          <a:ln>
            <a:noFill/>
          </a:ln>
          <a:effectLst>
            <a:outerShdw blurRad="57150" dist="19050" dir="5400000" algn="bl" rotWithShape="0">
              <a:schemeClr val="accent3">
                <a:alpha val="50000"/>
              </a:scheme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09" name="Google Shape;509;p34"/>
          <p:cNvSpPr/>
          <p:nvPr/>
        </p:nvSpPr>
        <p:spPr>
          <a:xfrm rot="10800000" flipH="1">
            <a:off x="4044812" y="2951190"/>
            <a:ext cx="1054377" cy="1054370"/>
          </a:xfrm>
          <a:custGeom>
            <a:avLst/>
            <a:gdLst/>
            <a:ahLst/>
            <a:cxnLst/>
            <a:rect l="l" t="t" r="r" b="b"/>
            <a:pathLst>
              <a:path w="2791" h="2791" extrusionOk="0">
                <a:moveTo>
                  <a:pt x="2791" y="1396"/>
                </a:moveTo>
                <a:cubicBezTo>
                  <a:pt x="2791" y="1641"/>
                  <a:pt x="2727" y="1881"/>
                  <a:pt x="2604" y="2093"/>
                </a:cubicBezTo>
                <a:cubicBezTo>
                  <a:pt x="2482" y="2305"/>
                  <a:pt x="2305" y="2482"/>
                  <a:pt x="2093" y="2604"/>
                </a:cubicBezTo>
                <a:cubicBezTo>
                  <a:pt x="1881" y="2727"/>
                  <a:pt x="1641" y="2791"/>
                  <a:pt x="1396" y="2791"/>
                </a:cubicBezTo>
                <a:cubicBezTo>
                  <a:pt x="1151" y="2791"/>
                  <a:pt x="910" y="2727"/>
                  <a:pt x="698" y="2604"/>
                </a:cubicBezTo>
                <a:cubicBezTo>
                  <a:pt x="486" y="2482"/>
                  <a:pt x="310" y="2305"/>
                  <a:pt x="187" y="2093"/>
                </a:cubicBezTo>
                <a:cubicBezTo>
                  <a:pt x="65" y="1881"/>
                  <a:pt x="0" y="1641"/>
                  <a:pt x="0" y="1396"/>
                </a:cubicBezTo>
                <a:cubicBezTo>
                  <a:pt x="0" y="1151"/>
                  <a:pt x="65" y="910"/>
                  <a:pt x="187" y="698"/>
                </a:cubicBezTo>
                <a:cubicBezTo>
                  <a:pt x="310" y="486"/>
                  <a:pt x="486" y="310"/>
                  <a:pt x="698" y="187"/>
                </a:cubicBezTo>
                <a:cubicBezTo>
                  <a:pt x="910" y="65"/>
                  <a:pt x="1151" y="0"/>
                  <a:pt x="1396" y="0"/>
                </a:cubicBezTo>
                <a:cubicBezTo>
                  <a:pt x="1641" y="0"/>
                  <a:pt x="1881" y="65"/>
                  <a:pt x="2093" y="187"/>
                </a:cubicBezTo>
                <a:cubicBezTo>
                  <a:pt x="2305" y="310"/>
                  <a:pt x="2482" y="486"/>
                  <a:pt x="2604" y="698"/>
                </a:cubicBezTo>
                <a:cubicBezTo>
                  <a:pt x="2727" y="910"/>
                  <a:pt x="2791" y="1151"/>
                  <a:pt x="2791" y="1396"/>
                </a:cubicBezTo>
                <a:close/>
              </a:path>
            </a:pathLst>
          </a:custGeom>
          <a:solidFill>
            <a:schemeClr val="lt1"/>
          </a:solidFill>
          <a:ln>
            <a:noFill/>
          </a:ln>
          <a:effectLst>
            <a:outerShdw blurRad="57150" dist="19050" dir="5400000" algn="bl" rotWithShape="0">
              <a:schemeClr val="accent3">
                <a:alpha val="50000"/>
              </a:scheme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chemeClr val="dk1"/>
              </a:solidFill>
              <a:latin typeface="Arial"/>
              <a:ea typeface="Arial"/>
              <a:cs typeface="Arial"/>
              <a:sym typeface="Arial"/>
            </a:endParaRPr>
          </a:p>
        </p:txBody>
      </p:sp>
      <p:grpSp>
        <p:nvGrpSpPr>
          <p:cNvPr id="510" name="Google Shape;510;p34"/>
          <p:cNvGrpSpPr/>
          <p:nvPr/>
        </p:nvGrpSpPr>
        <p:grpSpPr>
          <a:xfrm>
            <a:off x="4354243" y="3170573"/>
            <a:ext cx="435515" cy="615604"/>
            <a:chOff x="7371126" y="1264933"/>
            <a:chExt cx="166278" cy="235017"/>
          </a:xfrm>
        </p:grpSpPr>
        <p:grpSp>
          <p:nvGrpSpPr>
            <p:cNvPr id="511" name="Google Shape;511;p34"/>
            <p:cNvGrpSpPr/>
            <p:nvPr/>
          </p:nvGrpSpPr>
          <p:grpSpPr>
            <a:xfrm>
              <a:off x="7371126" y="1320638"/>
              <a:ext cx="166278" cy="179312"/>
              <a:chOff x="7371126" y="1320638"/>
              <a:chExt cx="166278" cy="179312"/>
            </a:xfrm>
          </p:grpSpPr>
          <p:sp>
            <p:nvSpPr>
              <p:cNvPr id="512" name="Google Shape;512;p34"/>
              <p:cNvSpPr/>
              <p:nvPr/>
            </p:nvSpPr>
            <p:spPr>
              <a:xfrm>
                <a:off x="7495851" y="1320638"/>
                <a:ext cx="41553" cy="34863"/>
              </a:xfrm>
              <a:custGeom>
                <a:avLst/>
                <a:gdLst/>
                <a:ahLst/>
                <a:cxnLst/>
                <a:rect l="l" t="t" r="r" b="b"/>
                <a:pathLst>
                  <a:path w="41553" h="34863" extrusionOk="0">
                    <a:moveTo>
                      <a:pt x="0" y="0"/>
                    </a:moveTo>
                    <a:lnTo>
                      <a:pt x="41554" y="0"/>
                    </a:lnTo>
                    <a:lnTo>
                      <a:pt x="41554" y="34864"/>
                    </a:lnTo>
                    <a:lnTo>
                      <a:pt x="0" y="3486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513" name="Google Shape;513;p34"/>
              <p:cNvSpPr/>
              <p:nvPr/>
            </p:nvSpPr>
            <p:spPr>
              <a:xfrm>
                <a:off x="7371126" y="1368946"/>
                <a:ext cx="166278" cy="131004"/>
              </a:xfrm>
              <a:custGeom>
                <a:avLst/>
                <a:gdLst/>
                <a:ahLst/>
                <a:cxnLst/>
                <a:rect l="l" t="t" r="r" b="b"/>
                <a:pathLst>
                  <a:path w="166278" h="131004" extrusionOk="0">
                    <a:moveTo>
                      <a:pt x="124725" y="48436"/>
                    </a:moveTo>
                    <a:cubicBezTo>
                      <a:pt x="122410" y="103498"/>
                      <a:pt x="43869" y="103498"/>
                      <a:pt x="41554" y="48436"/>
                    </a:cubicBezTo>
                    <a:lnTo>
                      <a:pt x="41554" y="0"/>
                    </a:lnTo>
                    <a:lnTo>
                      <a:pt x="0" y="0"/>
                    </a:lnTo>
                    <a:lnTo>
                      <a:pt x="0" y="48436"/>
                    </a:lnTo>
                    <a:cubicBezTo>
                      <a:pt x="4567" y="158560"/>
                      <a:pt x="161776" y="158495"/>
                      <a:pt x="166279" y="48436"/>
                    </a:cubicBezTo>
                    <a:lnTo>
                      <a:pt x="166279" y="0"/>
                    </a:lnTo>
                    <a:lnTo>
                      <a:pt x="124725" y="0"/>
                    </a:lnTo>
                    <a:lnTo>
                      <a:pt x="124725" y="4843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514" name="Google Shape;514;p34"/>
            <p:cNvSpPr/>
            <p:nvPr/>
          </p:nvSpPr>
          <p:spPr>
            <a:xfrm>
              <a:off x="7371126" y="1320638"/>
              <a:ext cx="41553" cy="34863"/>
            </a:xfrm>
            <a:custGeom>
              <a:avLst/>
              <a:gdLst/>
              <a:ahLst/>
              <a:cxnLst/>
              <a:rect l="l" t="t" r="r" b="b"/>
              <a:pathLst>
                <a:path w="41553" h="34863" extrusionOk="0">
                  <a:moveTo>
                    <a:pt x="0" y="0"/>
                  </a:moveTo>
                  <a:lnTo>
                    <a:pt x="41554" y="0"/>
                  </a:lnTo>
                  <a:lnTo>
                    <a:pt x="41554" y="34864"/>
                  </a:lnTo>
                  <a:lnTo>
                    <a:pt x="0" y="3486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515" name="Google Shape;515;p34"/>
            <p:cNvSpPr/>
            <p:nvPr/>
          </p:nvSpPr>
          <p:spPr>
            <a:xfrm>
              <a:off x="7429790" y="1317422"/>
              <a:ext cx="48886" cy="75516"/>
            </a:xfrm>
            <a:custGeom>
              <a:avLst/>
              <a:gdLst/>
              <a:ahLst/>
              <a:cxnLst/>
              <a:rect l="l" t="t" r="r" b="b"/>
              <a:pathLst>
                <a:path w="48886" h="75516" extrusionOk="0">
                  <a:moveTo>
                    <a:pt x="17882" y="70307"/>
                  </a:moveTo>
                  <a:lnTo>
                    <a:pt x="30940" y="75517"/>
                  </a:lnTo>
                  <a:lnTo>
                    <a:pt x="48887" y="30747"/>
                  </a:lnTo>
                  <a:lnTo>
                    <a:pt x="20777" y="30747"/>
                  </a:lnTo>
                  <a:lnTo>
                    <a:pt x="31004" y="5210"/>
                  </a:lnTo>
                  <a:lnTo>
                    <a:pt x="17947" y="0"/>
                  </a:lnTo>
                  <a:lnTo>
                    <a:pt x="0" y="44770"/>
                  </a:lnTo>
                  <a:lnTo>
                    <a:pt x="28110" y="44770"/>
                  </a:lnTo>
                  <a:lnTo>
                    <a:pt x="17882" y="7030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516" name="Google Shape;516;p34"/>
            <p:cNvSpPr/>
            <p:nvPr/>
          </p:nvSpPr>
          <p:spPr>
            <a:xfrm>
              <a:off x="7495851" y="1279084"/>
              <a:ext cx="41553" cy="14087"/>
            </a:xfrm>
            <a:custGeom>
              <a:avLst/>
              <a:gdLst/>
              <a:ahLst/>
              <a:cxnLst/>
              <a:rect l="l" t="t" r="r" b="b"/>
              <a:pathLst>
                <a:path w="41553" h="14087" extrusionOk="0">
                  <a:moveTo>
                    <a:pt x="0" y="0"/>
                  </a:moveTo>
                  <a:lnTo>
                    <a:pt x="41554" y="0"/>
                  </a:lnTo>
                  <a:lnTo>
                    <a:pt x="41554" y="14087"/>
                  </a:lnTo>
                  <a:lnTo>
                    <a:pt x="0" y="140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517" name="Google Shape;517;p34"/>
            <p:cNvSpPr/>
            <p:nvPr/>
          </p:nvSpPr>
          <p:spPr>
            <a:xfrm>
              <a:off x="7371126" y="1264933"/>
              <a:ext cx="41618" cy="42261"/>
            </a:xfrm>
            <a:custGeom>
              <a:avLst/>
              <a:gdLst/>
              <a:ahLst/>
              <a:cxnLst/>
              <a:rect l="l" t="t" r="r" b="b"/>
              <a:pathLst>
                <a:path w="41618" h="42261" extrusionOk="0">
                  <a:moveTo>
                    <a:pt x="14087" y="42261"/>
                  </a:moveTo>
                  <a:lnTo>
                    <a:pt x="27531" y="42261"/>
                  </a:lnTo>
                  <a:lnTo>
                    <a:pt x="27531" y="28174"/>
                  </a:lnTo>
                  <a:lnTo>
                    <a:pt x="41618" y="28174"/>
                  </a:lnTo>
                  <a:lnTo>
                    <a:pt x="41618" y="14087"/>
                  </a:lnTo>
                  <a:lnTo>
                    <a:pt x="27531" y="14087"/>
                  </a:lnTo>
                  <a:lnTo>
                    <a:pt x="27531" y="0"/>
                  </a:lnTo>
                  <a:lnTo>
                    <a:pt x="14087" y="0"/>
                  </a:lnTo>
                  <a:lnTo>
                    <a:pt x="14087" y="14087"/>
                  </a:lnTo>
                  <a:lnTo>
                    <a:pt x="0" y="14087"/>
                  </a:lnTo>
                  <a:lnTo>
                    <a:pt x="0" y="28174"/>
                  </a:lnTo>
                  <a:lnTo>
                    <a:pt x="14087" y="28174"/>
                  </a:lnTo>
                  <a:lnTo>
                    <a:pt x="14087" y="4226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30"/>
          <p:cNvSpPr txBox="1"/>
          <p:nvPr/>
        </p:nvSpPr>
        <p:spPr>
          <a:xfrm>
            <a:off x="3516900" y="1688313"/>
            <a:ext cx="2110200" cy="615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dk1"/>
                </a:solidFill>
                <a:latin typeface="Hind"/>
                <a:ea typeface="Hind"/>
                <a:cs typeface="Hind"/>
                <a:sym typeface="Hind"/>
              </a:rPr>
              <a:t>Decision tree</a:t>
            </a:r>
            <a:endParaRPr dirty="0">
              <a:solidFill>
                <a:schemeClr val="dk1"/>
              </a:solidFill>
              <a:latin typeface="Hind"/>
              <a:ea typeface="Hind"/>
              <a:cs typeface="Hind"/>
              <a:sym typeface="Hind"/>
            </a:endParaRPr>
          </a:p>
        </p:txBody>
      </p:sp>
      <p:sp>
        <p:nvSpPr>
          <p:cNvPr id="367" name="Google Shape;367;p30"/>
          <p:cNvSpPr txBox="1">
            <a:spLocks noGrp="1"/>
          </p:cNvSpPr>
          <p:nvPr>
            <p:ph type="title"/>
          </p:nvPr>
        </p:nvSpPr>
        <p:spPr>
          <a:xfrm>
            <a:off x="714207" y="388033"/>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3600" dirty="0"/>
              <a:t>The Method Used</a:t>
            </a:r>
            <a:endParaRPr sz="3600" dirty="0"/>
          </a:p>
        </p:txBody>
      </p:sp>
      <p:sp>
        <p:nvSpPr>
          <p:cNvPr id="368" name="Google Shape;368;p30"/>
          <p:cNvSpPr txBox="1"/>
          <p:nvPr/>
        </p:nvSpPr>
        <p:spPr>
          <a:xfrm>
            <a:off x="3516900" y="1210408"/>
            <a:ext cx="2110200" cy="5541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dirty="0">
                <a:solidFill>
                  <a:schemeClr val="dk1"/>
                </a:solidFill>
                <a:latin typeface="Archivo"/>
                <a:ea typeface="Archivo"/>
                <a:cs typeface="Archivo"/>
                <a:sym typeface="Archivo"/>
              </a:rPr>
              <a:t>Method</a:t>
            </a:r>
            <a:endParaRPr sz="2000" b="1" dirty="0">
              <a:solidFill>
                <a:schemeClr val="dk1"/>
              </a:solidFill>
              <a:latin typeface="Archivo"/>
              <a:ea typeface="Archivo"/>
              <a:cs typeface="Archivo"/>
              <a:sym typeface="Archivo"/>
            </a:endParaRPr>
          </a:p>
        </p:txBody>
      </p:sp>
      <p:sp>
        <p:nvSpPr>
          <p:cNvPr id="369" name="Google Shape;369;p30"/>
          <p:cNvSpPr txBox="1"/>
          <p:nvPr/>
        </p:nvSpPr>
        <p:spPr>
          <a:xfrm>
            <a:off x="6214800" y="2394038"/>
            <a:ext cx="2209200" cy="5541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US" sz="2000" b="1" dirty="0">
                <a:solidFill>
                  <a:schemeClr val="dk1"/>
                </a:solidFill>
                <a:latin typeface="Archivo"/>
                <a:ea typeface="Archivo"/>
                <a:cs typeface="Archivo"/>
                <a:sym typeface="Archivo"/>
              </a:rPr>
              <a:t>How we build up the model</a:t>
            </a:r>
            <a:endParaRPr sz="2000" b="1" dirty="0">
              <a:solidFill>
                <a:schemeClr val="dk1"/>
              </a:solidFill>
              <a:latin typeface="Archivo"/>
              <a:ea typeface="Archivo"/>
              <a:cs typeface="Archivo"/>
              <a:sym typeface="Archivo"/>
            </a:endParaRPr>
          </a:p>
        </p:txBody>
      </p:sp>
      <p:sp>
        <p:nvSpPr>
          <p:cNvPr id="370" name="Google Shape;370;p30"/>
          <p:cNvSpPr txBox="1"/>
          <p:nvPr/>
        </p:nvSpPr>
        <p:spPr>
          <a:xfrm>
            <a:off x="6214800" y="2871943"/>
            <a:ext cx="2209200" cy="1391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Hind"/>
                <a:ea typeface="Hind"/>
                <a:cs typeface="Hind"/>
                <a:sym typeface="Hind"/>
              </a:rPr>
              <a:t>70-30 train-test split</a:t>
            </a:r>
          </a:p>
          <a:p>
            <a:pPr marL="0" lvl="0" indent="0" algn="ctr" rtl="0">
              <a:lnSpc>
                <a:spcPct val="115000"/>
              </a:lnSpc>
              <a:spcBef>
                <a:spcPts val="0"/>
              </a:spcBef>
              <a:spcAft>
                <a:spcPts val="0"/>
              </a:spcAft>
              <a:buNone/>
            </a:pPr>
            <a:r>
              <a:rPr lang="en-US" dirty="0">
                <a:solidFill>
                  <a:schemeClr val="dk1"/>
                </a:solidFill>
                <a:latin typeface="Hind"/>
                <a:ea typeface="Hind"/>
                <a:cs typeface="Hind"/>
                <a:sym typeface="Hind"/>
              </a:rPr>
              <a:t>Restricting a depth of 4</a:t>
            </a:r>
            <a:endParaRPr dirty="0">
              <a:solidFill>
                <a:schemeClr val="dk1"/>
              </a:solidFill>
              <a:latin typeface="Hind"/>
              <a:ea typeface="Hind"/>
              <a:cs typeface="Hind"/>
              <a:sym typeface="Hind"/>
            </a:endParaRPr>
          </a:p>
        </p:txBody>
      </p:sp>
      <p:sp>
        <p:nvSpPr>
          <p:cNvPr id="371" name="Google Shape;371;p30"/>
          <p:cNvSpPr txBox="1"/>
          <p:nvPr/>
        </p:nvSpPr>
        <p:spPr>
          <a:xfrm>
            <a:off x="715100" y="2394038"/>
            <a:ext cx="2209200" cy="5541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US" sz="2000" b="1" dirty="0">
                <a:solidFill>
                  <a:schemeClr val="dk1"/>
                </a:solidFill>
                <a:latin typeface="Archivo"/>
                <a:ea typeface="Archivo"/>
                <a:cs typeface="Archivo"/>
                <a:sym typeface="Archivo"/>
              </a:rPr>
              <a:t>How we handle categorical data?</a:t>
            </a:r>
            <a:endParaRPr sz="2000" b="1" dirty="0">
              <a:solidFill>
                <a:schemeClr val="dk1"/>
              </a:solidFill>
              <a:latin typeface="Archivo"/>
              <a:ea typeface="Archivo"/>
              <a:cs typeface="Archivo"/>
              <a:sym typeface="Archivo"/>
            </a:endParaRPr>
          </a:p>
        </p:txBody>
      </p:sp>
      <p:sp>
        <p:nvSpPr>
          <p:cNvPr id="372" name="Google Shape;372;p30"/>
          <p:cNvSpPr txBox="1"/>
          <p:nvPr/>
        </p:nvSpPr>
        <p:spPr>
          <a:xfrm>
            <a:off x="554773" y="2871117"/>
            <a:ext cx="2529853" cy="1391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err="1">
                <a:solidFill>
                  <a:schemeClr val="dk1"/>
                </a:solidFill>
                <a:latin typeface="Hind"/>
                <a:ea typeface="Hind"/>
                <a:cs typeface="Hind"/>
                <a:sym typeface="Hind"/>
              </a:rPr>
              <a:t>DEMO_gender</a:t>
            </a:r>
            <a:r>
              <a:rPr lang="en-US" dirty="0">
                <a:solidFill>
                  <a:schemeClr val="dk1"/>
                </a:solidFill>
                <a:latin typeface="Hind"/>
                <a:ea typeface="Hind"/>
                <a:cs typeface="Hind"/>
                <a:sym typeface="Hind"/>
              </a:rPr>
              <a:t>: man - 0, non-binary-1, woman-2</a:t>
            </a:r>
          </a:p>
          <a:p>
            <a:pPr marL="0" lvl="0" indent="0" algn="ctr" rtl="0">
              <a:lnSpc>
                <a:spcPct val="115000"/>
              </a:lnSpc>
              <a:spcBef>
                <a:spcPts val="0"/>
              </a:spcBef>
              <a:spcAft>
                <a:spcPts val="0"/>
              </a:spcAft>
              <a:buNone/>
            </a:pPr>
            <a:r>
              <a:rPr lang="en-US" dirty="0" err="1">
                <a:solidFill>
                  <a:schemeClr val="dk1"/>
                </a:solidFill>
                <a:latin typeface="Hind"/>
                <a:ea typeface="Hind"/>
                <a:cs typeface="Hind"/>
                <a:sym typeface="Hind"/>
              </a:rPr>
              <a:t>DEMO_identity_newcomers</a:t>
            </a:r>
            <a:r>
              <a:rPr lang="en-US" dirty="0">
                <a:solidFill>
                  <a:schemeClr val="dk1"/>
                </a:solidFill>
                <a:latin typeface="Hind"/>
                <a:ea typeface="Hind"/>
                <a:cs typeface="Hind"/>
                <a:sym typeface="Hind"/>
              </a:rPr>
              <a:t>: newcomers - 1, not selected and presented but no response - 0</a:t>
            </a:r>
          </a:p>
          <a:p>
            <a:pPr marL="0" lvl="0" indent="0" algn="ctr" rtl="0">
              <a:lnSpc>
                <a:spcPct val="115000"/>
              </a:lnSpc>
              <a:spcBef>
                <a:spcPts val="0"/>
              </a:spcBef>
              <a:spcAft>
                <a:spcPts val="0"/>
              </a:spcAft>
              <a:buNone/>
            </a:pPr>
            <a:endParaRPr lang="en-US" dirty="0">
              <a:solidFill>
                <a:schemeClr val="dk1"/>
              </a:solidFill>
              <a:latin typeface="Hind"/>
              <a:ea typeface="Hind"/>
              <a:cs typeface="Hind"/>
              <a:sym typeface="Hind"/>
            </a:endParaRPr>
          </a:p>
        </p:txBody>
      </p:sp>
      <p:sp>
        <p:nvSpPr>
          <p:cNvPr id="373" name="Google Shape;373;p30"/>
          <p:cNvSpPr/>
          <p:nvPr/>
        </p:nvSpPr>
        <p:spPr>
          <a:xfrm rot="10800000">
            <a:off x="3433742" y="1804562"/>
            <a:ext cx="2288100" cy="2287800"/>
          </a:xfrm>
          <a:prstGeom prst="pie">
            <a:avLst>
              <a:gd name="adj1" fmla="val 10761199"/>
              <a:gd name="adj2" fmla="val 16200000"/>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74" name="Google Shape;374;p30"/>
          <p:cNvSpPr/>
          <p:nvPr/>
        </p:nvSpPr>
        <p:spPr>
          <a:xfrm rot="10800000" flipH="1">
            <a:off x="3422158" y="1804562"/>
            <a:ext cx="2288100" cy="2287800"/>
          </a:xfrm>
          <a:prstGeom prst="pie">
            <a:avLst>
              <a:gd name="adj1" fmla="val 10817930"/>
              <a:gd name="adj2" fmla="val 1620000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cxnSp>
        <p:nvCxnSpPr>
          <p:cNvPr id="375" name="Google Shape;375;p30"/>
          <p:cNvCxnSpPr>
            <a:stCxn id="374" idx="2"/>
            <a:endCxn id="371" idx="3"/>
          </p:cNvCxnSpPr>
          <p:nvPr/>
        </p:nvCxnSpPr>
        <p:spPr>
          <a:xfrm rot="10800000">
            <a:off x="2924158" y="2670962"/>
            <a:ext cx="498000" cy="277500"/>
          </a:xfrm>
          <a:prstGeom prst="bentConnector3">
            <a:avLst>
              <a:gd name="adj1" fmla="val 49984"/>
            </a:avLst>
          </a:prstGeom>
          <a:noFill/>
          <a:ln w="19050" cap="flat" cmpd="sng">
            <a:solidFill>
              <a:schemeClr val="dk1"/>
            </a:solidFill>
            <a:prstDash val="dot"/>
            <a:round/>
            <a:headEnd type="none" w="med" len="med"/>
            <a:tailEnd type="none" w="med" len="med"/>
          </a:ln>
        </p:spPr>
      </p:cxnSp>
      <p:cxnSp>
        <p:nvCxnSpPr>
          <p:cNvPr id="376" name="Google Shape;376;p30"/>
          <p:cNvCxnSpPr>
            <a:stCxn id="373" idx="2"/>
            <a:endCxn id="369" idx="1"/>
          </p:cNvCxnSpPr>
          <p:nvPr/>
        </p:nvCxnSpPr>
        <p:spPr>
          <a:xfrm rot="10800000" flipH="1">
            <a:off x="5721842" y="2670962"/>
            <a:ext cx="492900" cy="277500"/>
          </a:xfrm>
          <a:prstGeom prst="bentConnector3">
            <a:avLst>
              <a:gd name="adj1" fmla="val 50006"/>
            </a:avLst>
          </a:prstGeom>
          <a:noFill/>
          <a:ln w="19050" cap="flat" cmpd="sng">
            <a:solidFill>
              <a:schemeClr val="dk1"/>
            </a:solidFill>
            <a:prstDash val="dot"/>
            <a:round/>
            <a:headEnd type="none" w="med" len="med"/>
            <a:tailEnd type="none" w="med" len="med"/>
          </a:ln>
        </p:spPr>
      </p:cxnSp>
      <p:sp>
        <p:nvSpPr>
          <p:cNvPr id="377" name="Google Shape;377;p30"/>
          <p:cNvSpPr/>
          <p:nvPr/>
        </p:nvSpPr>
        <p:spPr>
          <a:xfrm>
            <a:off x="4105500" y="2481933"/>
            <a:ext cx="933000" cy="933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grpSp>
        <p:nvGrpSpPr>
          <p:cNvPr id="378" name="Google Shape;378;p30"/>
          <p:cNvGrpSpPr/>
          <p:nvPr/>
        </p:nvGrpSpPr>
        <p:grpSpPr>
          <a:xfrm>
            <a:off x="4376049" y="2692459"/>
            <a:ext cx="391902" cy="511947"/>
            <a:chOff x="4728744" y="1203246"/>
            <a:chExt cx="179722" cy="234784"/>
          </a:xfrm>
        </p:grpSpPr>
        <p:sp>
          <p:nvSpPr>
            <p:cNvPr id="379" name="Google Shape;379;p30"/>
            <p:cNvSpPr/>
            <p:nvPr/>
          </p:nvSpPr>
          <p:spPr>
            <a:xfrm>
              <a:off x="4846071" y="1320638"/>
              <a:ext cx="14087" cy="20712"/>
            </a:xfrm>
            <a:custGeom>
              <a:avLst/>
              <a:gdLst/>
              <a:ahLst/>
              <a:cxnLst/>
              <a:rect l="l" t="t" r="r" b="b"/>
              <a:pathLst>
                <a:path w="14087" h="20712" extrusionOk="0">
                  <a:moveTo>
                    <a:pt x="7076" y="20712"/>
                  </a:moveTo>
                  <a:cubicBezTo>
                    <a:pt x="10935" y="20712"/>
                    <a:pt x="14087" y="17625"/>
                    <a:pt x="14087" y="13830"/>
                  </a:cubicBezTo>
                  <a:lnTo>
                    <a:pt x="14087" y="0"/>
                  </a:lnTo>
                  <a:lnTo>
                    <a:pt x="0" y="0"/>
                  </a:lnTo>
                  <a:lnTo>
                    <a:pt x="0" y="13830"/>
                  </a:lnTo>
                  <a:cubicBezTo>
                    <a:pt x="0" y="17625"/>
                    <a:pt x="3152" y="20712"/>
                    <a:pt x="7011" y="20712"/>
                  </a:cubicBezTo>
                  <a:lnTo>
                    <a:pt x="7011" y="2071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80" name="Google Shape;380;p30"/>
            <p:cNvSpPr/>
            <p:nvPr/>
          </p:nvSpPr>
          <p:spPr>
            <a:xfrm>
              <a:off x="4846136" y="1293171"/>
              <a:ext cx="14087" cy="14087"/>
            </a:xfrm>
            <a:custGeom>
              <a:avLst/>
              <a:gdLst/>
              <a:ahLst/>
              <a:cxnLst/>
              <a:rect l="l" t="t" r="r" b="b"/>
              <a:pathLst>
                <a:path w="14087" h="14087" extrusionOk="0">
                  <a:moveTo>
                    <a:pt x="0" y="0"/>
                  </a:moveTo>
                  <a:lnTo>
                    <a:pt x="14087" y="0"/>
                  </a:lnTo>
                  <a:lnTo>
                    <a:pt x="14087" y="14087"/>
                  </a:lnTo>
                  <a:lnTo>
                    <a:pt x="0" y="140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81" name="Google Shape;381;p30"/>
            <p:cNvSpPr/>
            <p:nvPr/>
          </p:nvSpPr>
          <p:spPr>
            <a:xfrm>
              <a:off x="4770619" y="1383612"/>
              <a:ext cx="26694" cy="20197"/>
            </a:xfrm>
            <a:custGeom>
              <a:avLst/>
              <a:gdLst/>
              <a:ahLst/>
              <a:cxnLst/>
              <a:rect l="l" t="t" r="r" b="b"/>
              <a:pathLst>
                <a:path w="26694" h="20197" extrusionOk="0">
                  <a:moveTo>
                    <a:pt x="4117" y="0"/>
                  </a:moveTo>
                  <a:lnTo>
                    <a:pt x="0" y="10099"/>
                  </a:lnTo>
                  <a:lnTo>
                    <a:pt x="4117" y="20198"/>
                  </a:lnTo>
                  <a:lnTo>
                    <a:pt x="22578" y="20198"/>
                  </a:lnTo>
                  <a:lnTo>
                    <a:pt x="26695" y="10099"/>
                  </a:lnTo>
                  <a:lnTo>
                    <a:pt x="22578" y="0"/>
                  </a:lnTo>
                  <a:lnTo>
                    <a:pt x="4117"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82" name="Google Shape;382;p30"/>
            <p:cNvSpPr/>
            <p:nvPr/>
          </p:nvSpPr>
          <p:spPr>
            <a:xfrm>
              <a:off x="4728744" y="1224666"/>
              <a:ext cx="179722" cy="213364"/>
            </a:xfrm>
            <a:custGeom>
              <a:avLst/>
              <a:gdLst/>
              <a:ahLst/>
              <a:cxnLst/>
              <a:rect l="l" t="t" r="r" b="b"/>
              <a:pathLst>
                <a:path w="179722" h="213364" extrusionOk="0">
                  <a:moveTo>
                    <a:pt x="151613" y="0"/>
                  </a:moveTo>
                  <a:lnTo>
                    <a:pt x="151613" y="34221"/>
                  </a:lnTo>
                  <a:lnTo>
                    <a:pt x="27531" y="34221"/>
                  </a:lnTo>
                  <a:lnTo>
                    <a:pt x="27531" y="0"/>
                  </a:lnTo>
                  <a:lnTo>
                    <a:pt x="0" y="0"/>
                  </a:lnTo>
                  <a:lnTo>
                    <a:pt x="0" y="213364"/>
                  </a:lnTo>
                  <a:lnTo>
                    <a:pt x="179722" y="213364"/>
                  </a:lnTo>
                  <a:lnTo>
                    <a:pt x="179722" y="0"/>
                  </a:lnTo>
                  <a:lnTo>
                    <a:pt x="151613" y="0"/>
                  </a:lnTo>
                  <a:close/>
                  <a:moveTo>
                    <a:pt x="103305" y="55062"/>
                  </a:moveTo>
                  <a:lnTo>
                    <a:pt x="144859" y="55062"/>
                  </a:lnTo>
                  <a:lnTo>
                    <a:pt x="144859" y="110316"/>
                  </a:lnTo>
                  <a:cubicBezTo>
                    <a:pt x="143701" y="137783"/>
                    <a:pt x="104399" y="137783"/>
                    <a:pt x="103305" y="110316"/>
                  </a:cubicBezTo>
                  <a:lnTo>
                    <a:pt x="103305" y="55062"/>
                  </a:lnTo>
                  <a:close/>
                  <a:moveTo>
                    <a:pt x="27531" y="55062"/>
                  </a:moveTo>
                  <a:lnTo>
                    <a:pt x="75838" y="55062"/>
                  </a:lnTo>
                  <a:lnTo>
                    <a:pt x="75838" y="69149"/>
                  </a:lnTo>
                  <a:lnTo>
                    <a:pt x="27531" y="69149"/>
                  </a:lnTo>
                  <a:lnTo>
                    <a:pt x="27531" y="55062"/>
                  </a:lnTo>
                  <a:close/>
                  <a:moveTo>
                    <a:pt x="27531" y="82528"/>
                  </a:moveTo>
                  <a:lnTo>
                    <a:pt x="75838" y="82528"/>
                  </a:lnTo>
                  <a:lnTo>
                    <a:pt x="75838" y="96615"/>
                  </a:lnTo>
                  <a:lnTo>
                    <a:pt x="27531" y="96615"/>
                  </a:lnTo>
                  <a:lnTo>
                    <a:pt x="27531" y="82528"/>
                  </a:lnTo>
                  <a:close/>
                  <a:moveTo>
                    <a:pt x="27531" y="110059"/>
                  </a:moveTo>
                  <a:lnTo>
                    <a:pt x="75838" y="110059"/>
                  </a:lnTo>
                  <a:lnTo>
                    <a:pt x="75838" y="124146"/>
                  </a:lnTo>
                  <a:lnTo>
                    <a:pt x="27531" y="124146"/>
                  </a:lnTo>
                  <a:lnTo>
                    <a:pt x="27531" y="110059"/>
                  </a:lnTo>
                  <a:close/>
                  <a:moveTo>
                    <a:pt x="73716" y="193231"/>
                  </a:moveTo>
                  <a:lnTo>
                    <a:pt x="36794" y="193231"/>
                  </a:lnTo>
                  <a:lnTo>
                    <a:pt x="27081" y="169366"/>
                  </a:lnTo>
                  <a:lnTo>
                    <a:pt x="36794" y="145502"/>
                  </a:lnTo>
                  <a:lnTo>
                    <a:pt x="73716" y="145502"/>
                  </a:lnTo>
                  <a:lnTo>
                    <a:pt x="83429" y="169366"/>
                  </a:lnTo>
                  <a:lnTo>
                    <a:pt x="73716" y="193231"/>
                  </a:lnTo>
                  <a:close/>
                  <a:moveTo>
                    <a:pt x="151613" y="193231"/>
                  </a:moveTo>
                  <a:lnTo>
                    <a:pt x="103305" y="193231"/>
                  </a:lnTo>
                  <a:lnTo>
                    <a:pt x="103305" y="179144"/>
                  </a:lnTo>
                  <a:lnTo>
                    <a:pt x="151613" y="179144"/>
                  </a:lnTo>
                  <a:lnTo>
                    <a:pt x="151613" y="193231"/>
                  </a:lnTo>
                  <a:close/>
                  <a:moveTo>
                    <a:pt x="151613" y="165700"/>
                  </a:moveTo>
                  <a:lnTo>
                    <a:pt x="103305" y="165700"/>
                  </a:lnTo>
                  <a:lnTo>
                    <a:pt x="103305" y="151613"/>
                  </a:lnTo>
                  <a:lnTo>
                    <a:pt x="151613" y="151613"/>
                  </a:lnTo>
                  <a:lnTo>
                    <a:pt x="151613" y="16570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83" name="Google Shape;383;p30"/>
            <p:cNvSpPr/>
            <p:nvPr/>
          </p:nvSpPr>
          <p:spPr>
            <a:xfrm>
              <a:off x="4770362" y="1203246"/>
              <a:ext cx="96615" cy="41617"/>
            </a:xfrm>
            <a:custGeom>
              <a:avLst/>
              <a:gdLst/>
              <a:ahLst/>
              <a:cxnLst/>
              <a:rect l="l" t="t" r="r" b="b"/>
              <a:pathLst>
                <a:path w="96615" h="41617" extrusionOk="0">
                  <a:moveTo>
                    <a:pt x="96551" y="14087"/>
                  </a:moveTo>
                  <a:lnTo>
                    <a:pt x="75774" y="14087"/>
                  </a:lnTo>
                  <a:lnTo>
                    <a:pt x="75774" y="0"/>
                  </a:lnTo>
                  <a:lnTo>
                    <a:pt x="20777" y="0"/>
                  </a:lnTo>
                  <a:lnTo>
                    <a:pt x="20777" y="14087"/>
                  </a:lnTo>
                  <a:lnTo>
                    <a:pt x="0" y="14087"/>
                  </a:lnTo>
                  <a:lnTo>
                    <a:pt x="0" y="41618"/>
                  </a:lnTo>
                  <a:lnTo>
                    <a:pt x="96615" y="41618"/>
                  </a:lnTo>
                  <a:lnTo>
                    <a:pt x="96615" y="140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cxnSp>
        <p:nvCxnSpPr>
          <p:cNvPr id="384" name="Google Shape;384;p30"/>
          <p:cNvCxnSpPr>
            <a:stCxn id="366" idx="2"/>
            <a:endCxn id="377" idx="0"/>
          </p:cNvCxnSpPr>
          <p:nvPr/>
        </p:nvCxnSpPr>
        <p:spPr>
          <a:xfrm>
            <a:off x="4572000" y="2303913"/>
            <a:ext cx="0" cy="177900"/>
          </a:xfrm>
          <a:prstGeom prst="straightConnector1">
            <a:avLst/>
          </a:prstGeom>
          <a:noFill/>
          <a:ln w="19050" cap="flat" cmpd="sng">
            <a:solidFill>
              <a:schemeClr val="dk1"/>
            </a:solidFill>
            <a:prstDash val="dot"/>
            <a:round/>
            <a:headEnd type="none" w="med" len="med"/>
            <a:tailEnd type="non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2">
          <a:extLst>
            <a:ext uri="{FF2B5EF4-FFF2-40B4-BE49-F238E27FC236}">
              <a16:creationId xmlns:a16="http://schemas.microsoft.com/office/drawing/2014/main" id="{E1CC7A46-3FAC-C0F7-F952-E2955CE35447}"/>
            </a:ext>
          </a:extLst>
        </p:cNvPr>
        <p:cNvGrpSpPr/>
        <p:nvPr/>
      </p:nvGrpSpPr>
      <p:grpSpPr>
        <a:xfrm>
          <a:off x="0" y="0"/>
          <a:ext cx="0" cy="0"/>
          <a:chOff x="0" y="0"/>
          <a:chExt cx="0" cy="0"/>
        </a:xfrm>
      </p:grpSpPr>
      <p:sp>
        <p:nvSpPr>
          <p:cNvPr id="833" name="Google Shape;833;p42">
            <a:extLst>
              <a:ext uri="{FF2B5EF4-FFF2-40B4-BE49-F238E27FC236}">
                <a16:creationId xmlns:a16="http://schemas.microsoft.com/office/drawing/2014/main" id="{5BCA3562-3269-79FA-3C25-2C8EC0FCE962}"/>
              </a:ext>
            </a:extLst>
          </p:cNvPr>
          <p:cNvSpPr txBox="1">
            <a:spLocks noGrp="1"/>
          </p:cNvSpPr>
          <p:nvPr>
            <p:ph type="title"/>
          </p:nvPr>
        </p:nvSpPr>
        <p:spPr>
          <a:xfrm>
            <a:off x="720000" y="48087"/>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Visualized Tree</a:t>
            </a:r>
            <a:endParaRPr dirty="0"/>
          </a:p>
        </p:txBody>
      </p:sp>
      <p:grpSp>
        <p:nvGrpSpPr>
          <p:cNvPr id="835" name="Google Shape;835;p42">
            <a:extLst>
              <a:ext uri="{FF2B5EF4-FFF2-40B4-BE49-F238E27FC236}">
                <a16:creationId xmlns:a16="http://schemas.microsoft.com/office/drawing/2014/main" id="{641BB773-CD79-10D3-AC32-156E210252FF}"/>
              </a:ext>
            </a:extLst>
          </p:cNvPr>
          <p:cNvGrpSpPr/>
          <p:nvPr/>
        </p:nvGrpSpPr>
        <p:grpSpPr>
          <a:xfrm>
            <a:off x="0" y="3733700"/>
            <a:ext cx="2226100" cy="874800"/>
            <a:chOff x="0" y="-176475"/>
            <a:chExt cx="2226100" cy="874800"/>
          </a:xfrm>
        </p:grpSpPr>
        <p:sp>
          <p:nvSpPr>
            <p:cNvPr id="836" name="Google Shape;836;p42">
              <a:extLst>
                <a:ext uri="{FF2B5EF4-FFF2-40B4-BE49-F238E27FC236}">
                  <a16:creationId xmlns:a16="http://schemas.microsoft.com/office/drawing/2014/main" id="{77097952-8DF6-1829-1F14-4CE85B4F5D75}"/>
                </a:ext>
              </a:extLst>
            </p:cNvPr>
            <p:cNvSpPr/>
            <p:nvPr/>
          </p:nvSpPr>
          <p:spPr>
            <a:xfrm>
              <a:off x="1351300" y="-176475"/>
              <a:ext cx="874800" cy="8748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Hind"/>
                <a:ea typeface="Hind"/>
                <a:cs typeface="Hind"/>
                <a:sym typeface="Hind"/>
              </a:endParaRPr>
            </a:p>
          </p:txBody>
        </p:sp>
        <p:sp>
          <p:nvSpPr>
            <p:cNvPr id="837" name="Google Shape;837;p42">
              <a:extLst>
                <a:ext uri="{FF2B5EF4-FFF2-40B4-BE49-F238E27FC236}">
                  <a16:creationId xmlns:a16="http://schemas.microsoft.com/office/drawing/2014/main" id="{7EDF163D-542D-6161-721D-EDC92A452302}"/>
                </a:ext>
              </a:extLst>
            </p:cNvPr>
            <p:cNvSpPr/>
            <p:nvPr/>
          </p:nvSpPr>
          <p:spPr>
            <a:xfrm>
              <a:off x="261000" y="130475"/>
              <a:ext cx="1237200" cy="2610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Hind"/>
                <a:ea typeface="Hind"/>
                <a:cs typeface="Hind"/>
                <a:sym typeface="Hind"/>
              </a:endParaRPr>
            </a:p>
          </p:txBody>
        </p:sp>
        <p:cxnSp>
          <p:nvCxnSpPr>
            <p:cNvPr id="838" name="Google Shape;838;p42">
              <a:extLst>
                <a:ext uri="{FF2B5EF4-FFF2-40B4-BE49-F238E27FC236}">
                  <a16:creationId xmlns:a16="http://schemas.microsoft.com/office/drawing/2014/main" id="{37EE7484-2C2E-2825-F780-DB6D62CC0236}"/>
                </a:ext>
              </a:extLst>
            </p:cNvPr>
            <p:cNvCxnSpPr/>
            <p:nvPr/>
          </p:nvCxnSpPr>
          <p:spPr>
            <a:xfrm>
              <a:off x="0" y="260950"/>
              <a:ext cx="1789500" cy="0"/>
            </a:xfrm>
            <a:prstGeom prst="straightConnector1">
              <a:avLst/>
            </a:prstGeom>
            <a:noFill/>
            <a:ln w="19050" cap="flat" cmpd="sng">
              <a:solidFill>
                <a:schemeClr val="dk1"/>
              </a:solidFill>
              <a:prstDash val="solid"/>
              <a:round/>
              <a:headEnd type="none" w="med" len="med"/>
              <a:tailEnd type="none" w="med" len="med"/>
            </a:ln>
          </p:spPr>
        </p:cxnSp>
      </p:grpSp>
      <p:pic>
        <p:nvPicPr>
          <p:cNvPr id="2" name="图片 1">
            <a:extLst>
              <a:ext uri="{FF2B5EF4-FFF2-40B4-BE49-F238E27FC236}">
                <a16:creationId xmlns:a16="http://schemas.microsoft.com/office/drawing/2014/main" id="{E257B07C-6518-E11A-93FE-3F343873A978}"/>
              </a:ext>
            </a:extLst>
          </p:cNvPr>
          <p:cNvPicPr>
            <a:picLocks noChangeAspect="1"/>
          </p:cNvPicPr>
          <p:nvPr/>
        </p:nvPicPr>
        <p:blipFill>
          <a:blip r:embed="rId3"/>
          <a:srcRect t="8652" b="6579"/>
          <a:stretch/>
        </p:blipFill>
        <p:spPr>
          <a:xfrm>
            <a:off x="989802" y="535000"/>
            <a:ext cx="7317657" cy="4464503"/>
          </a:xfrm>
          <a:prstGeom prst="rect">
            <a:avLst/>
          </a:prstGeom>
        </p:spPr>
      </p:pic>
    </p:spTree>
    <p:extLst>
      <p:ext uri="{BB962C8B-B14F-4D97-AF65-F5344CB8AC3E}">
        <p14:creationId xmlns:p14="http://schemas.microsoft.com/office/powerpoint/2010/main" val="910956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33"/>
          <p:cNvSpPr/>
          <p:nvPr/>
        </p:nvSpPr>
        <p:spPr>
          <a:xfrm flipH="1">
            <a:off x="7018366" y="1402500"/>
            <a:ext cx="1410526" cy="2821458"/>
          </a:xfrm>
          <a:custGeom>
            <a:avLst/>
            <a:gdLst/>
            <a:ahLst/>
            <a:cxnLst/>
            <a:rect l="l" t="t" r="r" b="b"/>
            <a:pathLst>
              <a:path w="3476" h="6953" extrusionOk="0">
                <a:moveTo>
                  <a:pt x="0" y="3476"/>
                </a:moveTo>
                <a:cubicBezTo>
                  <a:pt x="0" y="1556"/>
                  <a:pt x="1556" y="0"/>
                  <a:pt x="3476" y="0"/>
                </a:cubicBezTo>
                <a:lnTo>
                  <a:pt x="3476" y="6953"/>
                </a:lnTo>
                <a:cubicBezTo>
                  <a:pt x="1556" y="6953"/>
                  <a:pt x="0" y="5396"/>
                  <a:pt x="0" y="3476"/>
                </a:cubicBezTo>
                <a:close/>
              </a:path>
            </a:pathLst>
          </a:custGeom>
          <a:solidFill>
            <a:schemeClr val="dk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63" name="Google Shape;463;p33"/>
          <p:cNvSpPr/>
          <p:nvPr/>
        </p:nvSpPr>
        <p:spPr>
          <a:xfrm flipH="1">
            <a:off x="6178787" y="1601337"/>
            <a:ext cx="2051268" cy="2423784"/>
          </a:xfrm>
          <a:custGeom>
            <a:avLst/>
            <a:gdLst/>
            <a:ahLst/>
            <a:cxnLst/>
            <a:rect l="l" t="t" r="r" b="b"/>
            <a:pathLst>
              <a:path w="5055" h="5973" extrusionOk="0">
                <a:moveTo>
                  <a:pt x="0" y="2986"/>
                </a:moveTo>
                <a:cubicBezTo>
                  <a:pt x="0" y="1337"/>
                  <a:pt x="1337" y="0"/>
                  <a:pt x="2986" y="0"/>
                </a:cubicBezTo>
                <a:cubicBezTo>
                  <a:pt x="3790" y="0"/>
                  <a:pt x="4519" y="317"/>
                  <a:pt x="5055" y="833"/>
                </a:cubicBezTo>
                <a:lnTo>
                  <a:pt x="2986" y="2986"/>
                </a:lnTo>
                <a:lnTo>
                  <a:pt x="2986" y="5973"/>
                </a:lnTo>
                <a:cubicBezTo>
                  <a:pt x="1337" y="5973"/>
                  <a:pt x="0" y="4636"/>
                  <a:pt x="0" y="2986"/>
                </a:cubicBez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64" name="Google Shape;464;p33"/>
          <p:cNvSpPr/>
          <p:nvPr/>
        </p:nvSpPr>
        <p:spPr>
          <a:xfrm flipH="1">
            <a:off x="6001457" y="1796116"/>
            <a:ext cx="2033414" cy="2033819"/>
          </a:xfrm>
          <a:custGeom>
            <a:avLst/>
            <a:gdLst/>
            <a:ahLst/>
            <a:cxnLst/>
            <a:rect l="l" t="t" r="r" b="b"/>
            <a:pathLst>
              <a:path w="5011" h="5012" extrusionOk="0">
                <a:moveTo>
                  <a:pt x="0" y="2506"/>
                </a:moveTo>
                <a:cubicBezTo>
                  <a:pt x="0" y="1122"/>
                  <a:pt x="1122" y="0"/>
                  <a:pt x="2506" y="0"/>
                </a:cubicBezTo>
                <a:cubicBezTo>
                  <a:pt x="3890" y="0"/>
                  <a:pt x="5011" y="1122"/>
                  <a:pt x="5011" y="2506"/>
                </a:cubicBezTo>
                <a:lnTo>
                  <a:pt x="2506" y="2506"/>
                </a:lnTo>
                <a:lnTo>
                  <a:pt x="2506" y="5012"/>
                </a:lnTo>
                <a:cubicBezTo>
                  <a:pt x="1122" y="5012"/>
                  <a:pt x="0" y="3890"/>
                  <a:pt x="0" y="2506"/>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65" name="Google Shape;465;p33"/>
          <p:cNvSpPr/>
          <p:nvPr/>
        </p:nvSpPr>
        <p:spPr>
          <a:xfrm flipH="1">
            <a:off x="6212063" y="2006721"/>
            <a:ext cx="1612204" cy="1612609"/>
          </a:xfrm>
          <a:custGeom>
            <a:avLst/>
            <a:gdLst/>
            <a:ahLst/>
            <a:cxnLst/>
            <a:rect l="l" t="t" r="r" b="b"/>
            <a:pathLst>
              <a:path w="3973" h="3974" extrusionOk="0">
                <a:moveTo>
                  <a:pt x="0" y="1987"/>
                </a:moveTo>
                <a:cubicBezTo>
                  <a:pt x="0" y="890"/>
                  <a:pt x="889" y="0"/>
                  <a:pt x="1987" y="0"/>
                </a:cubicBezTo>
                <a:cubicBezTo>
                  <a:pt x="3084" y="0"/>
                  <a:pt x="3973" y="890"/>
                  <a:pt x="3973" y="1987"/>
                </a:cubicBezTo>
                <a:cubicBezTo>
                  <a:pt x="3973" y="2528"/>
                  <a:pt x="3758" y="3017"/>
                  <a:pt x="3409" y="3376"/>
                </a:cubicBezTo>
                <a:lnTo>
                  <a:pt x="1987" y="1987"/>
                </a:lnTo>
                <a:lnTo>
                  <a:pt x="1987" y="3974"/>
                </a:lnTo>
                <a:cubicBezTo>
                  <a:pt x="890" y="3974"/>
                  <a:pt x="0" y="3085"/>
                  <a:pt x="0" y="1987"/>
                </a:cubicBezTo>
                <a:close/>
              </a:path>
            </a:pathLst>
          </a:custGeom>
          <a:solidFill>
            <a:schemeClr val="accen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66" name="Google Shape;466;p33"/>
          <p:cNvSpPr/>
          <p:nvPr/>
        </p:nvSpPr>
        <p:spPr>
          <a:xfrm flipH="1">
            <a:off x="6396698" y="2191355"/>
            <a:ext cx="1241717" cy="1241717"/>
          </a:xfrm>
          <a:custGeom>
            <a:avLst/>
            <a:gdLst/>
            <a:ahLst/>
            <a:cxnLst/>
            <a:rect l="l" t="t" r="r" b="b"/>
            <a:pathLst>
              <a:path w="3060" h="3060" extrusionOk="0">
                <a:moveTo>
                  <a:pt x="3060" y="1530"/>
                </a:moveTo>
                <a:cubicBezTo>
                  <a:pt x="3060" y="1799"/>
                  <a:pt x="2989" y="2063"/>
                  <a:pt x="2855" y="2295"/>
                </a:cubicBezTo>
                <a:cubicBezTo>
                  <a:pt x="2721" y="2528"/>
                  <a:pt x="2528" y="2721"/>
                  <a:pt x="2295" y="2855"/>
                </a:cubicBezTo>
                <a:cubicBezTo>
                  <a:pt x="2062" y="2989"/>
                  <a:pt x="1799" y="3060"/>
                  <a:pt x="1530" y="3060"/>
                </a:cubicBezTo>
                <a:cubicBezTo>
                  <a:pt x="1261" y="3060"/>
                  <a:pt x="998" y="2989"/>
                  <a:pt x="765" y="2855"/>
                </a:cubicBezTo>
                <a:cubicBezTo>
                  <a:pt x="532" y="2721"/>
                  <a:pt x="339" y="2528"/>
                  <a:pt x="205" y="2295"/>
                </a:cubicBezTo>
                <a:cubicBezTo>
                  <a:pt x="71" y="2063"/>
                  <a:pt x="0" y="1799"/>
                  <a:pt x="0" y="1530"/>
                </a:cubicBezTo>
                <a:cubicBezTo>
                  <a:pt x="0" y="1262"/>
                  <a:pt x="71" y="998"/>
                  <a:pt x="205" y="765"/>
                </a:cubicBezTo>
                <a:cubicBezTo>
                  <a:pt x="339" y="533"/>
                  <a:pt x="532" y="339"/>
                  <a:pt x="765" y="205"/>
                </a:cubicBezTo>
                <a:cubicBezTo>
                  <a:pt x="998" y="71"/>
                  <a:pt x="1261" y="0"/>
                  <a:pt x="1530" y="0"/>
                </a:cubicBezTo>
                <a:cubicBezTo>
                  <a:pt x="1799" y="0"/>
                  <a:pt x="2062" y="71"/>
                  <a:pt x="2295" y="205"/>
                </a:cubicBezTo>
                <a:cubicBezTo>
                  <a:pt x="2528" y="339"/>
                  <a:pt x="2721" y="533"/>
                  <a:pt x="2855" y="765"/>
                </a:cubicBezTo>
                <a:cubicBezTo>
                  <a:pt x="2989" y="998"/>
                  <a:pt x="3060" y="1262"/>
                  <a:pt x="3060" y="1530"/>
                </a:cubicBezTo>
                <a:close/>
              </a:path>
            </a:pathLst>
          </a:custGeom>
          <a:solidFill>
            <a:schemeClr val="l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467" name="Google Shape;467;p33"/>
          <p:cNvGrpSpPr/>
          <p:nvPr/>
        </p:nvGrpSpPr>
        <p:grpSpPr>
          <a:xfrm>
            <a:off x="6745153" y="2539722"/>
            <a:ext cx="544806" cy="544983"/>
            <a:chOff x="3414918" y="5658997"/>
            <a:chExt cx="234719" cy="234785"/>
          </a:xfrm>
        </p:grpSpPr>
        <p:sp>
          <p:nvSpPr>
            <p:cNvPr id="468" name="Google Shape;468;p33"/>
            <p:cNvSpPr/>
            <p:nvPr/>
          </p:nvSpPr>
          <p:spPr>
            <a:xfrm>
              <a:off x="3414918" y="5658997"/>
              <a:ext cx="234719" cy="131414"/>
            </a:xfrm>
            <a:custGeom>
              <a:avLst/>
              <a:gdLst/>
              <a:ahLst/>
              <a:cxnLst/>
              <a:rect l="l" t="t" r="r" b="b"/>
              <a:pathLst>
                <a:path w="234719" h="131414" extrusionOk="0">
                  <a:moveTo>
                    <a:pt x="207253" y="41554"/>
                  </a:moveTo>
                  <a:lnTo>
                    <a:pt x="207253" y="0"/>
                  </a:lnTo>
                  <a:lnTo>
                    <a:pt x="69084" y="0"/>
                  </a:lnTo>
                  <a:lnTo>
                    <a:pt x="69084" y="28110"/>
                  </a:lnTo>
                  <a:lnTo>
                    <a:pt x="0" y="28110"/>
                  </a:lnTo>
                  <a:lnTo>
                    <a:pt x="0" y="131415"/>
                  </a:lnTo>
                  <a:lnTo>
                    <a:pt x="151613" y="131415"/>
                  </a:lnTo>
                  <a:lnTo>
                    <a:pt x="151613" y="28110"/>
                  </a:lnTo>
                  <a:lnTo>
                    <a:pt x="82528" y="28110"/>
                  </a:lnTo>
                  <a:lnTo>
                    <a:pt x="82528" y="14023"/>
                  </a:lnTo>
                  <a:lnTo>
                    <a:pt x="193166" y="14023"/>
                  </a:lnTo>
                  <a:lnTo>
                    <a:pt x="193166" y="41554"/>
                  </a:lnTo>
                  <a:lnTo>
                    <a:pt x="165635" y="41554"/>
                  </a:lnTo>
                  <a:lnTo>
                    <a:pt x="165635" y="117392"/>
                  </a:lnTo>
                  <a:lnTo>
                    <a:pt x="234720" y="117392"/>
                  </a:lnTo>
                  <a:lnTo>
                    <a:pt x="234720" y="41554"/>
                  </a:lnTo>
                  <a:lnTo>
                    <a:pt x="207189" y="41554"/>
                  </a:lnTo>
                  <a:close/>
                  <a:moveTo>
                    <a:pt x="87674" y="71014"/>
                  </a:moveTo>
                  <a:lnTo>
                    <a:pt x="102790" y="55898"/>
                  </a:lnTo>
                  <a:lnTo>
                    <a:pt x="112568" y="65675"/>
                  </a:lnTo>
                  <a:lnTo>
                    <a:pt x="98352" y="79891"/>
                  </a:lnTo>
                  <a:cubicBezTo>
                    <a:pt x="106135" y="90698"/>
                    <a:pt x="105170" y="105814"/>
                    <a:pt x="95457" y="115527"/>
                  </a:cubicBezTo>
                  <a:lnTo>
                    <a:pt x="85680" y="105749"/>
                  </a:lnTo>
                  <a:cubicBezTo>
                    <a:pt x="91083" y="100346"/>
                    <a:pt x="91083" y="91598"/>
                    <a:pt x="85680" y="86195"/>
                  </a:cubicBezTo>
                  <a:cubicBezTo>
                    <a:pt x="80277" y="80791"/>
                    <a:pt x="71529" y="80791"/>
                    <a:pt x="66125" y="86195"/>
                  </a:cubicBezTo>
                  <a:cubicBezTo>
                    <a:pt x="60722" y="91598"/>
                    <a:pt x="60722" y="100346"/>
                    <a:pt x="66125" y="105749"/>
                  </a:cubicBezTo>
                  <a:lnTo>
                    <a:pt x="56348" y="115527"/>
                  </a:lnTo>
                  <a:cubicBezTo>
                    <a:pt x="34800" y="93142"/>
                    <a:pt x="59757" y="58342"/>
                    <a:pt x="87674" y="71014"/>
                  </a:cubicBezTo>
                  <a:lnTo>
                    <a:pt x="87674" y="7101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69" name="Google Shape;469;p33"/>
            <p:cNvSpPr/>
            <p:nvPr/>
          </p:nvSpPr>
          <p:spPr>
            <a:xfrm>
              <a:off x="3594061" y="5790412"/>
              <a:ext cx="41617" cy="103304"/>
            </a:xfrm>
            <a:custGeom>
              <a:avLst/>
              <a:gdLst/>
              <a:ahLst/>
              <a:cxnLst/>
              <a:rect l="l" t="t" r="r" b="b"/>
              <a:pathLst>
                <a:path w="41617" h="103304" extrusionOk="0">
                  <a:moveTo>
                    <a:pt x="0" y="61752"/>
                  </a:moveTo>
                  <a:lnTo>
                    <a:pt x="14087" y="61752"/>
                  </a:lnTo>
                  <a:lnTo>
                    <a:pt x="14087" y="103305"/>
                  </a:lnTo>
                  <a:lnTo>
                    <a:pt x="28174" y="103305"/>
                  </a:lnTo>
                  <a:lnTo>
                    <a:pt x="28174" y="61752"/>
                  </a:lnTo>
                  <a:lnTo>
                    <a:pt x="41618" y="61752"/>
                  </a:lnTo>
                  <a:lnTo>
                    <a:pt x="41618" y="0"/>
                  </a:lnTo>
                  <a:lnTo>
                    <a:pt x="64" y="0"/>
                  </a:lnTo>
                  <a:lnTo>
                    <a:pt x="64" y="6175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70" name="Google Shape;470;p33"/>
            <p:cNvSpPr/>
            <p:nvPr/>
          </p:nvSpPr>
          <p:spPr>
            <a:xfrm>
              <a:off x="3414918" y="5803921"/>
              <a:ext cx="152255" cy="89861"/>
            </a:xfrm>
            <a:custGeom>
              <a:avLst/>
              <a:gdLst/>
              <a:ahLst/>
              <a:cxnLst/>
              <a:rect l="l" t="t" r="r" b="b"/>
              <a:pathLst>
                <a:path w="152255" h="89861" extrusionOk="0">
                  <a:moveTo>
                    <a:pt x="0" y="20712"/>
                  </a:moveTo>
                  <a:lnTo>
                    <a:pt x="14087" y="34542"/>
                  </a:lnTo>
                  <a:lnTo>
                    <a:pt x="14087" y="89861"/>
                  </a:lnTo>
                  <a:lnTo>
                    <a:pt x="138169" y="89861"/>
                  </a:lnTo>
                  <a:lnTo>
                    <a:pt x="138169" y="34542"/>
                  </a:lnTo>
                  <a:lnTo>
                    <a:pt x="152256" y="20712"/>
                  </a:lnTo>
                  <a:lnTo>
                    <a:pt x="152256" y="0"/>
                  </a:lnTo>
                  <a:lnTo>
                    <a:pt x="0" y="0"/>
                  </a:lnTo>
                  <a:lnTo>
                    <a:pt x="0" y="20712"/>
                  </a:lnTo>
                  <a:close/>
                  <a:moveTo>
                    <a:pt x="41554" y="41553"/>
                  </a:moveTo>
                  <a:lnTo>
                    <a:pt x="56541" y="41553"/>
                  </a:lnTo>
                  <a:cubicBezTo>
                    <a:pt x="63102" y="22899"/>
                    <a:pt x="89089" y="22899"/>
                    <a:pt x="95586" y="41553"/>
                  </a:cubicBezTo>
                  <a:lnTo>
                    <a:pt x="110574" y="41553"/>
                  </a:lnTo>
                  <a:lnTo>
                    <a:pt x="110574" y="55640"/>
                  </a:lnTo>
                  <a:lnTo>
                    <a:pt x="95586" y="55640"/>
                  </a:lnTo>
                  <a:cubicBezTo>
                    <a:pt x="89025" y="74295"/>
                    <a:pt x="63038" y="74295"/>
                    <a:pt x="56541" y="55640"/>
                  </a:cubicBezTo>
                  <a:lnTo>
                    <a:pt x="41554" y="55640"/>
                  </a:lnTo>
                  <a:lnTo>
                    <a:pt x="41554" y="4155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71" name="Google Shape;471;p33"/>
            <p:cNvSpPr/>
            <p:nvPr/>
          </p:nvSpPr>
          <p:spPr>
            <a:xfrm>
              <a:off x="3483873" y="5845699"/>
              <a:ext cx="13829" cy="13733"/>
            </a:xfrm>
            <a:custGeom>
              <a:avLst/>
              <a:gdLst/>
              <a:ahLst/>
              <a:cxnLst/>
              <a:rect l="l" t="t" r="r" b="b"/>
              <a:pathLst>
                <a:path w="13829" h="13733" extrusionOk="0">
                  <a:moveTo>
                    <a:pt x="6947" y="13734"/>
                  </a:moveTo>
                  <a:cubicBezTo>
                    <a:pt x="10742" y="13734"/>
                    <a:pt x="13830" y="10646"/>
                    <a:pt x="13830" y="6851"/>
                  </a:cubicBezTo>
                  <a:cubicBezTo>
                    <a:pt x="13444" y="-2284"/>
                    <a:pt x="386" y="-2284"/>
                    <a:pt x="0" y="6851"/>
                  </a:cubicBezTo>
                  <a:cubicBezTo>
                    <a:pt x="0" y="10646"/>
                    <a:pt x="3088" y="13734"/>
                    <a:pt x="6883" y="13734"/>
                  </a:cubicBezTo>
                  <a:lnTo>
                    <a:pt x="6883" y="1373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472" name="Google Shape;472;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Results Analysis</a:t>
            </a:r>
            <a:endParaRPr dirty="0"/>
          </a:p>
        </p:txBody>
      </p:sp>
      <p:sp>
        <p:nvSpPr>
          <p:cNvPr id="473" name="Google Shape;473;p33"/>
          <p:cNvSpPr txBox="1"/>
          <p:nvPr/>
        </p:nvSpPr>
        <p:spPr>
          <a:xfrm>
            <a:off x="2625900" y="1456350"/>
            <a:ext cx="2938800" cy="400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chemeClr val="dk1"/>
                </a:solidFill>
                <a:latin typeface="Hind"/>
                <a:ea typeface="Hind"/>
                <a:cs typeface="Hind"/>
                <a:sym typeface="Hind"/>
              </a:rPr>
              <a:t>Younger individuals and the elderly are more likely to feel lonely</a:t>
            </a:r>
            <a:endParaRPr dirty="0">
              <a:solidFill>
                <a:schemeClr val="dk1"/>
              </a:solidFill>
              <a:latin typeface="Hind"/>
              <a:ea typeface="Hind"/>
              <a:cs typeface="Hind"/>
              <a:sym typeface="Hind"/>
            </a:endParaRPr>
          </a:p>
        </p:txBody>
      </p:sp>
      <p:sp>
        <p:nvSpPr>
          <p:cNvPr id="474" name="Google Shape;474;p33"/>
          <p:cNvSpPr txBox="1"/>
          <p:nvPr/>
        </p:nvSpPr>
        <p:spPr>
          <a:xfrm>
            <a:off x="412376" y="1379400"/>
            <a:ext cx="1776324" cy="554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000" b="1" dirty="0">
                <a:solidFill>
                  <a:schemeClr val="dk1"/>
                </a:solidFill>
                <a:latin typeface="Archivo"/>
                <a:ea typeface="Archivo"/>
                <a:cs typeface="Archivo"/>
                <a:sym typeface="Archivo"/>
              </a:rPr>
              <a:t>Age</a:t>
            </a:r>
            <a:endParaRPr sz="2000" b="1" dirty="0">
              <a:solidFill>
                <a:schemeClr val="dk1"/>
              </a:solidFill>
              <a:latin typeface="Archivo"/>
              <a:ea typeface="Archivo"/>
              <a:cs typeface="Archivo"/>
              <a:sym typeface="Archivo"/>
            </a:endParaRPr>
          </a:p>
        </p:txBody>
      </p:sp>
      <p:cxnSp>
        <p:nvCxnSpPr>
          <p:cNvPr id="475" name="Google Shape;475;p33"/>
          <p:cNvCxnSpPr>
            <a:cxnSpLocks/>
            <a:stCxn id="474" idx="3"/>
            <a:endCxn id="473" idx="1"/>
          </p:cNvCxnSpPr>
          <p:nvPr/>
        </p:nvCxnSpPr>
        <p:spPr>
          <a:xfrm>
            <a:off x="2188700" y="1656450"/>
            <a:ext cx="437200" cy="0"/>
          </a:xfrm>
          <a:prstGeom prst="straightConnector1">
            <a:avLst/>
          </a:prstGeom>
          <a:noFill/>
          <a:ln w="19050" cap="flat" cmpd="sng">
            <a:solidFill>
              <a:schemeClr val="dk1"/>
            </a:solidFill>
            <a:prstDash val="solid"/>
            <a:round/>
            <a:headEnd type="none" w="sm" len="sm"/>
            <a:tailEnd type="triangle" w="sm" len="sm"/>
          </a:ln>
        </p:spPr>
      </p:cxnSp>
      <p:sp>
        <p:nvSpPr>
          <p:cNvPr id="476" name="Google Shape;476;p33"/>
          <p:cNvSpPr txBox="1"/>
          <p:nvPr/>
        </p:nvSpPr>
        <p:spPr>
          <a:xfrm>
            <a:off x="2625900" y="2227533"/>
            <a:ext cx="2938800" cy="400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chemeClr val="dk1"/>
                </a:solidFill>
                <a:latin typeface="Hind"/>
                <a:ea typeface="Hind"/>
                <a:cs typeface="Hind"/>
                <a:sym typeface="Hind"/>
              </a:rPr>
              <a:t>It can be seen from the tree that non-binary individuals tend to feel more lonely</a:t>
            </a:r>
            <a:endParaRPr dirty="0">
              <a:solidFill>
                <a:schemeClr val="dk1"/>
              </a:solidFill>
              <a:latin typeface="Hind"/>
              <a:ea typeface="Hind"/>
              <a:cs typeface="Hind"/>
              <a:sym typeface="Hind"/>
            </a:endParaRPr>
          </a:p>
        </p:txBody>
      </p:sp>
      <p:sp>
        <p:nvSpPr>
          <p:cNvPr id="477" name="Google Shape;477;p33"/>
          <p:cNvSpPr txBox="1"/>
          <p:nvPr/>
        </p:nvSpPr>
        <p:spPr>
          <a:xfrm>
            <a:off x="412376" y="2150583"/>
            <a:ext cx="1776324" cy="554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000" b="1" dirty="0">
                <a:solidFill>
                  <a:schemeClr val="dk1"/>
                </a:solidFill>
                <a:latin typeface="Archivo"/>
                <a:ea typeface="Archivo"/>
                <a:cs typeface="Archivo"/>
                <a:sym typeface="Archivo"/>
              </a:rPr>
              <a:t>Gender and LGBTQ Identity</a:t>
            </a:r>
            <a:endParaRPr sz="2000" b="1" dirty="0">
              <a:solidFill>
                <a:schemeClr val="dk1"/>
              </a:solidFill>
              <a:latin typeface="Archivo"/>
              <a:ea typeface="Archivo"/>
              <a:cs typeface="Archivo"/>
              <a:sym typeface="Archivo"/>
            </a:endParaRPr>
          </a:p>
        </p:txBody>
      </p:sp>
      <p:cxnSp>
        <p:nvCxnSpPr>
          <p:cNvPr id="478" name="Google Shape;478;p33"/>
          <p:cNvCxnSpPr>
            <a:cxnSpLocks/>
            <a:stCxn id="477" idx="3"/>
            <a:endCxn id="476" idx="1"/>
          </p:cNvCxnSpPr>
          <p:nvPr/>
        </p:nvCxnSpPr>
        <p:spPr>
          <a:xfrm>
            <a:off x="2188700" y="2427633"/>
            <a:ext cx="437200" cy="0"/>
          </a:xfrm>
          <a:prstGeom prst="straightConnector1">
            <a:avLst/>
          </a:prstGeom>
          <a:noFill/>
          <a:ln w="19050" cap="flat" cmpd="sng">
            <a:solidFill>
              <a:schemeClr val="dk1"/>
            </a:solidFill>
            <a:prstDash val="solid"/>
            <a:round/>
            <a:headEnd type="none" w="sm" len="sm"/>
            <a:tailEnd type="triangle" w="sm" len="sm"/>
          </a:ln>
        </p:spPr>
      </p:cxnSp>
      <p:sp>
        <p:nvSpPr>
          <p:cNvPr id="479" name="Google Shape;479;p33"/>
          <p:cNvSpPr txBox="1"/>
          <p:nvPr/>
        </p:nvSpPr>
        <p:spPr>
          <a:xfrm>
            <a:off x="2625900" y="2998717"/>
            <a:ext cx="2938800" cy="400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chemeClr val="dk1"/>
                </a:solidFill>
                <a:latin typeface="Hind"/>
                <a:ea typeface="Hind"/>
                <a:cs typeface="Hind"/>
                <a:sym typeface="Hind"/>
              </a:rPr>
              <a:t>Newcomers have little association with loneliness</a:t>
            </a:r>
          </a:p>
        </p:txBody>
      </p:sp>
      <p:sp>
        <p:nvSpPr>
          <p:cNvPr id="480" name="Google Shape;480;p33"/>
          <p:cNvSpPr txBox="1"/>
          <p:nvPr/>
        </p:nvSpPr>
        <p:spPr>
          <a:xfrm>
            <a:off x="412376" y="2921767"/>
            <a:ext cx="1776324" cy="554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000" b="1" dirty="0">
                <a:solidFill>
                  <a:schemeClr val="dk1"/>
                </a:solidFill>
                <a:latin typeface="Archivo"/>
                <a:ea typeface="Archivo"/>
                <a:cs typeface="Archivo"/>
                <a:sym typeface="Archivo"/>
              </a:rPr>
              <a:t>Newcomer status</a:t>
            </a:r>
            <a:endParaRPr sz="2000" b="1" dirty="0">
              <a:solidFill>
                <a:schemeClr val="dk1"/>
              </a:solidFill>
              <a:latin typeface="Archivo"/>
              <a:ea typeface="Archivo"/>
              <a:cs typeface="Archivo"/>
              <a:sym typeface="Archivo"/>
            </a:endParaRPr>
          </a:p>
        </p:txBody>
      </p:sp>
      <p:cxnSp>
        <p:nvCxnSpPr>
          <p:cNvPr id="481" name="Google Shape;481;p33"/>
          <p:cNvCxnSpPr>
            <a:cxnSpLocks/>
            <a:stCxn id="480" idx="3"/>
            <a:endCxn id="479" idx="1"/>
          </p:cNvCxnSpPr>
          <p:nvPr/>
        </p:nvCxnSpPr>
        <p:spPr>
          <a:xfrm>
            <a:off x="2188700" y="3198817"/>
            <a:ext cx="437200" cy="0"/>
          </a:xfrm>
          <a:prstGeom prst="straightConnector1">
            <a:avLst/>
          </a:prstGeom>
          <a:noFill/>
          <a:ln w="19050" cap="flat" cmpd="sng">
            <a:solidFill>
              <a:schemeClr val="dk1"/>
            </a:solidFill>
            <a:prstDash val="solid"/>
            <a:round/>
            <a:headEnd type="none" w="sm" len="sm"/>
            <a:tailEnd type="triangle" w="sm" len="sm"/>
          </a:ln>
        </p:spPr>
      </p:cxnSp>
      <p:cxnSp>
        <p:nvCxnSpPr>
          <p:cNvPr id="485" name="Google Shape;485;p33"/>
          <p:cNvCxnSpPr>
            <a:stCxn id="473" idx="3"/>
          </p:cNvCxnSpPr>
          <p:nvPr/>
        </p:nvCxnSpPr>
        <p:spPr>
          <a:xfrm rot="10800000" flipH="1">
            <a:off x="5564700" y="1503150"/>
            <a:ext cx="1464000" cy="153300"/>
          </a:xfrm>
          <a:prstGeom prst="bentConnector3">
            <a:avLst>
              <a:gd name="adj1" fmla="val 50000"/>
            </a:avLst>
          </a:prstGeom>
          <a:noFill/>
          <a:ln w="19050" cap="flat" cmpd="sng">
            <a:solidFill>
              <a:schemeClr val="dk1"/>
            </a:solidFill>
            <a:prstDash val="dot"/>
            <a:round/>
            <a:headEnd type="none" w="med" len="med"/>
            <a:tailEnd type="oval" w="med" len="med"/>
          </a:ln>
        </p:spPr>
      </p:cxnSp>
      <p:cxnSp>
        <p:nvCxnSpPr>
          <p:cNvPr id="486" name="Google Shape;486;p33"/>
          <p:cNvCxnSpPr>
            <a:stCxn id="476" idx="3"/>
          </p:cNvCxnSpPr>
          <p:nvPr/>
        </p:nvCxnSpPr>
        <p:spPr>
          <a:xfrm rot="10800000" flipH="1">
            <a:off x="5564700" y="2013333"/>
            <a:ext cx="683100" cy="414300"/>
          </a:xfrm>
          <a:prstGeom prst="bentConnector3">
            <a:avLst>
              <a:gd name="adj1" fmla="val 50000"/>
            </a:avLst>
          </a:prstGeom>
          <a:noFill/>
          <a:ln w="19050" cap="flat" cmpd="sng">
            <a:solidFill>
              <a:schemeClr val="dk1"/>
            </a:solidFill>
            <a:prstDash val="dot"/>
            <a:round/>
            <a:headEnd type="none" w="med" len="med"/>
            <a:tailEnd type="oval" w="med" len="med"/>
          </a:ln>
        </p:spPr>
      </p:cxnSp>
      <p:cxnSp>
        <p:nvCxnSpPr>
          <p:cNvPr id="487" name="Google Shape;487;p33"/>
          <p:cNvCxnSpPr>
            <a:stCxn id="479" idx="3"/>
          </p:cNvCxnSpPr>
          <p:nvPr/>
        </p:nvCxnSpPr>
        <p:spPr>
          <a:xfrm rot="10800000" flipH="1">
            <a:off x="5564700" y="2807917"/>
            <a:ext cx="538500" cy="390900"/>
          </a:xfrm>
          <a:prstGeom prst="bentConnector3">
            <a:avLst>
              <a:gd name="adj1" fmla="val 50000"/>
            </a:avLst>
          </a:prstGeom>
          <a:noFill/>
          <a:ln w="19050" cap="flat" cmpd="sng">
            <a:solidFill>
              <a:schemeClr val="dk1"/>
            </a:solidFill>
            <a:prstDash val="dot"/>
            <a:round/>
            <a:headEnd type="none" w="med" len="med"/>
            <a:tailEnd type="oval"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Evaluation of The Model</a:t>
            </a:r>
            <a:endParaRPr dirty="0"/>
          </a:p>
        </p:txBody>
      </p:sp>
      <p:cxnSp>
        <p:nvCxnSpPr>
          <p:cNvPr id="438" name="Google Shape;438;p32"/>
          <p:cNvCxnSpPr>
            <a:stCxn id="439" idx="6"/>
            <a:endCxn id="440" idx="6"/>
          </p:cNvCxnSpPr>
          <p:nvPr/>
        </p:nvCxnSpPr>
        <p:spPr>
          <a:xfrm>
            <a:off x="5739662" y="2277673"/>
            <a:ext cx="600" cy="1071000"/>
          </a:xfrm>
          <a:prstGeom prst="curvedConnector3">
            <a:avLst>
              <a:gd name="adj1" fmla="val 39687500"/>
            </a:avLst>
          </a:prstGeom>
          <a:noFill/>
          <a:ln w="19050" cap="flat" cmpd="sng">
            <a:solidFill>
              <a:schemeClr val="dk1"/>
            </a:solidFill>
            <a:prstDash val="dot"/>
            <a:round/>
            <a:headEnd type="none" w="med" len="med"/>
            <a:tailEnd type="none" w="med" len="med"/>
          </a:ln>
        </p:spPr>
      </p:cxnSp>
      <p:sp>
        <p:nvSpPr>
          <p:cNvPr id="441" name="Google Shape;441;p32"/>
          <p:cNvSpPr txBox="1"/>
          <p:nvPr/>
        </p:nvSpPr>
        <p:spPr>
          <a:xfrm>
            <a:off x="5919271" y="3342477"/>
            <a:ext cx="3015535" cy="64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000" dirty="0">
                <a:solidFill>
                  <a:schemeClr val="dk1"/>
                </a:solidFill>
                <a:latin typeface="Hind"/>
                <a:ea typeface="Hind"/>
                <a:cs typeface="Hind"/>
                <a:sym typeface="Hind"/>
              </a:rPr>
              <a:t>Create age-specific interventions targeting social inclusion and mental health</a:t>
            </a:r>
            <a:endParaRPr sz="2000" dirty="0">
              <a:solidFill>
                <a:schemeClr val="dk1"/>
              </a:solidFill>
              <a:latin typeface="Hind"/>
              <a:ea typeface="Hind"/>
              <a:cs typeface="Hind"/>
              <a:sym typeface="Hind"/>
            </a:endParaRPr>
          </a:p>
        </p:txBody>
      </p:sp>
      <p:sp>
        <p:nvSpPr>
          <p:cNvPr id="442" name="Google Shape;442;p32"/>
          <p:cNvSpPr txBox="1"/>
          <p:nvPr/>
        </p:nvSpPr>
        <p:spPr>
          <a:xfrm>
            <a:off x="6453000" y="2864477"/>
            <a:ext cx="2040040"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2000" b="1" dirty="0">
                <a:solidFill>
                  <a:schemeClr val="dk1"/>
                </a:solidFill>
                <a:latin typeface="Archivo"/>
                <a:ea typeface="Archivo"/>
                <a:cs typeface="Archivo"/>
                <a:sym typeface="Archivo"/>
              </a:rPr>
              <a:t>Social insights II</a:t>
            </a:r>
            <a:endParaRPr sz="2000" b="1" dirty="0">
              <a:solidFill>
                <a:schemeClr val="dk1"/>
              </a:solidFill>
              <a:latin typeface="Archivo"/>
              <a:ea typeface="Archivo"/>
              <a:cs typeface="Archivo"/>
              <a:sym typeface="Archivo"/>
            </a:endParaRPr>
          </a:p>
        </p:txBody>
      </p:sp>
      <p:sp>
        <p:nvSpPr>
          <p:cNvPr id="443" name="Google Shape;443;p32"/>
          <p:cNvSpPr txBox="1"/>
          <p:nvPr/>
        </p:nvSpPr>
        <p:spPr>
          <a:xfrm>
            <a:off x="719992" y="2115364"/>
            <a:ext cx="1971000" cy="64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000" dirty="0">
                <a:solidFill>
                  <a:schemeClr val="dk1"/>
                </a:solidFill>
                <a:latin typeface="Hind"/>
                <a:ea typeface="Hind"/>
                <a:cs typeface="Hind"/>
                <a:sym typeface="Hind"/>
              </a:rPr>
              <a:t>Overall Accuracy: 68%</a:t>
            </a:r>
            <a:endParaRPr sz="2000" dirty="0">
              <a:solidFill>
                <a:schemeClr val="dk1"/>
              </a:solidFill>
              <a:latin typeface="Hind"/>
              <a:ea typeface="Hind"/>
              <a:cs typeface="Hind"/>
              <a:sym typeface="Hind"/>
            </a:endParaRPr>
          </a:p>
        </p:txBody>
      </p:sp>
      <p:sp>
        <p:nvSpPr>
          <p:cNvPr id="444" name="Google Shape;444;p32"/>
          <p:cNvSpPr txBox="1"/>
          <p:nvPr/>
        </p:nvSpPr>
        <p:spPr>
          <a:xfrm>
            <a:off x="709333" y="1373255"/>
            <a:ext cx="1971000"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2000" b="1" dirty="0">
                <a:solidFill>
                  <a:schemeClr val="dk1"/>
                </a:solidFill>
                <a:latin typeface="Archivo"/>
                <a:ea typeface="Archivo"/>
                <a:cs typeface="Archivo"/>
                <a:sym typeface="Archivo"/>
              </a:rPr>
              <a:t>Overall accuracy </a:t>
            </a:r>
            <a:endParaRPr sz="2000" b="1" dirty="0">
              <a:solidFill>
                <a:schemeClr val="dk1"/>
              </a:solidFill>
              <a:latin typeface="Archivo"/>
              <a:ea typeface="Archivo"/>
              <a:cs typeface="Archivo"/>
              <a:sym typeface="Archivo"/>
            </a:endParaRPr>
          </a:p>
        </p:txBody>
      </p:sp>
      <p:sp>
        <p:nvSpPr>
          <p:cNvPr id="445" name="Google Shape;445;p32"/>
          <p:cNvSpPr txBox="1"/>
          <p:nvPr/>
        </p:nvSpPr>
        <p:spPr>
          <a:xfrm>
            <a:off x="5919272" y="1922473"/>
            <a:ext cx="3057545" cy="64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000" dirty="0">
                <a:solidFill>
                  <a:schemeClr val="dk1"/>
                </a:solidFill>
                <a:latin typeface="Hind"/>
                <a:ea typeface="Hind"/>
                <a:cs typeface="Hind"/>
                <a:sym typeface="Hind"/>
              </a:rPr>
              <a:t>Introducing additional variables will further enhance predictive power</a:t>
            </a:r>
            <a:endParaRPr sz="2000" dirty="0">
              <a:solidFill>
                <a:schemeClr val="dk1"/>
              </a:solidFill>
              <a:latin typeface="Hind"/>
              <a:ea typeface="Hind"/>
              <a:cs typeface="Hind"/>
              <a:sym typeface="Hind"/>
            </a:endParaRPr>
          </a:p>
        </p:txBody>
      </p:sp>
      <p:sp>
        <p:nvSpPr>
          <p:cNvPr id="446" name="Google Shape;446;p32"/>
          <p:cNvSpPr txBox="1"/>
          <p:nvPr/>
        </p:nvSpPr>
        <p:spPr>
          <a:xfrm>
            <a:off x="6453000" y="1368373"/>
            <a:ext cx="1971000"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2000" b="1" dirty="0">
                <a:solidFill>
                  <a:schemeClr val="dk1"/>
                </a:solidFill>
                <a:latin typeface="Archivo"/>
                <a:ea typeface="Archivo"/>
                <a:cs typeface="Archivo"/>
                <a:sym typeface="Archivo"/>
              </a:rPr>
              <a:t>Further Thoughts</a:t>
            </a:r>
            <a:endParaRPr sz="2000" b="1" dirty="0">
              <a:solidFill>
                <a:schemeClr val="dk1"/>
              </a:solidFill>
              <a:latin typeface="Archivo"/>
              <a:ea typeface="Archivo"/>
              <a:cs typeface="Archivo"/>
              <a:sym typeface="Archivo"/>
            </a:endParaRPr>
          </a:p>
        </p:txBody>
      </p:sp>
      <p:sp>
        <p:nvSpPr>
          <p:cNvPr id="447" name="Google Shape;447;p32"/>
          <p:cNvSpPr txBox="1"/>
          <p:nvPr/>
        </p:nvSpPr>
        <p:spPr>
          <a:xfrm>
            <a:off x="206789" y="3342377"/>
            <a:ext cx="3015535" cy="64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000" dirty="0">
                <a:solidFill>
                  <a:schemeClr val="dk1"/>
                </a:solidFill>
                <a:latin typeface="Hind"/>
                <a:ea typeface="Hind"/>
                <a:cs typeface="Hind"/>
                <a:sym typeface="Hind"/>
              </a:rPr>
              <a:t>Focus on addressing the needs of LGBTQ individuals</a:t>
            </a:r>
            <a:endParaRPr sz="2000" dirty="0">
              <a:solidFill>
                <a:schemeClr val="dk1"/>
              </a:solidFill>
              <a:latin typeface="Hind"/>
              <a:ea typeface="Hind"/>
              <a:cs typeface="Hind"/>
              <a:sym typeface="Hind"/>
            </a:endParaRPr>
          </a:p>
        </p:txBody>
      </p:sp>
      <p:sp>
        <p:nvSpPr>
          <p:cNvPr id="448" name="Google Shape;448;p32"/>
          <p:cNvSpPr txBox="1"/>
          <p:nvPr/>
        </p:nvSpPr>
        <p:spPr>
          <a:xfrm>
            <a:off x="719992" y="2864477"/>
            <a:ext cx="1971000"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2000" b="1" dirty="0">
                <a:solidFill>
                  <a:schemeClr val="dk1"/>
                </a:solidFill>
                <a:latin typeface="Archivo"/>
                <a:ea typeface="Archivo"/>
                <a:cs typeface="Archivo"/>
                <a:sym typeface="Archivo"/>
              </a:rPr>
              <a:t>Social Insights I</a:t>
            </a:r>
            <a:endParaRPr sz="2000" b="1" dirty="0">
              <a:solidFill>
                <a:schemeClr val="dk1"/>
              </a:solidFill>
              <a:latin typeface="Archivo"/>
              <a:ea typeface="Archivo"/>
              <a:cs typeface="Archivo"/>
              <a:sym typeface="Archivo"/>
            </a:endParaRPr>
          </a:p>
        </p:txBody>
      </p:sp>
      <p:sp>
        <p:nvSpPr>
          <p:cNvPr id="449" name="Google Shape;449;p32"/>
          <p:cNvSpPr/>
          <p:nvPr/>
        </p:nvSpPr>
        <p:spPr>
          <a:xfrm>
            <a:off x="3404338" y="1645423"/>
            <a:ext cx="1264500" cy="12645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b="1">
              <a:solidFill>
                <a:schemeClr val="lt1"/>
              </a:solidFill>
              <a:latin typeface="Unbounded"/>
              <a:ea typeface="Unbounded"/>
              <a:cs typeface="Unbounded"/>
              <a:sym typeface="Unbounded"/>
            </a:endParaRPr>
          </a:p>
        </p:txBody>
      </p:sp>
      <p:sp>
        <p:nvSpPr>
          <p:cNvPr id="439" name="Google Shape;439;p32"/>
          <p:cNvSpPr/>
          <p:nvPr/>
        </p:nvSpPr>
        <p:spPr>
          <a:xfrm>
            <a:off x="4475162" y="1645423"/>
            <a:ext cx="1264500" cy="1264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b="1">
              <a:solidFill>
                <a:schemeClr val="lt1"/>
              </a:solidFill>
              <a:latin typeface="Unbounded"/>
              <a:ea typeface="Unbounded"/>
              <a:cs typeface="Unbounded"/>
              <a:sym typeface="Unbounded"/>
            </a:endParaRPr>
          </a:p>
        </p:txBody>
      </p:sp>
      <p:sp>
        <p:nvSpPr>
          <p:cNvPr id="450" name="Google Shape;450;p32"/>
          <p:cNvSpPr/>
          <p:nvPr/>
        </p:nvSpPr>
        <p:spPr>
          <a:xfrm>
            <a:off x="3404338" y="2716525"/>
            <a:ext cx="1264500" cy="12645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b="1">
              <a:solidFill>
                <a:schemeClr val="lt1"/>
              </a:solidFill>
              <a:latin typeface="Unbounded"/>
              <a:ea typeface="Unbounded"/>
              <a:cs typeface="Unbounded"/>
              <a:sym typeface="Unbounded"/>
            </a:endParaRPr>
          </a:p>
        </p:txBody>
      </p:sp>
      <p:sp>
        <p:nvSpPr>
          <p:cNvPr id="440" name="Google Shape;440;p32"/>
          <p:cNvSpPr/>
          <p:nvPr/>
        </p:nvSpPr>
        <p:spPr>
          <a:xfrm>
            <a:off x="4475162" y="2716525"/>
            <a:ext cx="1264500" cy="1264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000" b="1">
              <a:solidFill>
                <a:schemeClr val="lt1"/>
              </a:solidFill>
              <a:latin typeface="Unbounded"/>
              <a:ea typeface="Unbounded"/>
              <a:cs typeface="Unbounded"/>
              <a:sym typeface="Unbounded"/>
            </a:endParaRPr>
          </a:p>
        </p:txBody>
      </p:sp>
      <p:cxnSp>
        <p:nvCxnSpPr>
          <p:cNvPr id="451" name="Google Shape;451;p32"/>
          <p:cNvCxnSpPr>
            <a:stCxn id="449" idx="0"/>
            <a:endCxn id="439" idx="0"/>
          </p:cNvCxnSpPr>
          <p:nvPr/>
        </p:nvCxnSpPr>
        <p:spPr>
          <a:xfrm rot="-5400000" flipH="1">
            <a:off x="4571638" y="1110373"/>
            <a:ext cx="600" cy="1070700"/>
          </a:xfrm>
          <a:prstGeom prst="curvedConnector3">
            <a:avLst>
              <a:gd name="adj1" fmla="val -39687500"/>
            </a:avLst>
          </a:prstGeom>
          <a:noFill/>
          <a:ln w="19050" cap="flat" cmpd="sng">
            <a:solidFill>
              <a:schemeClr val="dk1"/>
            </a:solidFill>
            <a:prstDash val="dot"/>
            <a:round/>
            <a:headEnd type="none" w="med" len="med"/>
            <a:tailEnd type="none" w="med" len="med"/>
          </a:ln>
        </p:spPr>
      </p:cxnSp>
      <p:cxnSp>
        <p:nvCxnSpPr>
          <p:cNvPr id="452" name="Google Shape;452;p32"/>
          <p:cNvCxnSpPr>
            <a:stCxn id="440" idx="4"/>
            <a:endCxn id="450" idx="4"/>
          </p:cNvCxnSpPr>
          <p:nvPr/>
        </p:nvCxnSpPr>
        <p:spPr>
          <a:xfrm rot="5400000">
            <a:off x="4571762" y="3445975"/>
            <a:ext cx="600" cy="1070700"/>
          </a:xfrm>
          <a:prstGeom prst="curvedConnector3">
            <a:avLst>
              <a:gd name="adj1" fmla="val 39687500"/>
            </a:avLst>
          </a:prstGeom>
          <a:noFill/>
          <a:ln w="19050" cap="flat" cmpd="sng">
            <a:solidFill>
              <a:schemeClr val="dk1"/>
            </a:solidFill>
            <a:prstDash val="dot"/>
            <a:round/>
            <a:headEnd type="none" w="med" len="med"/>
            <a:tailEnd type="none" w="med" len="med"/>
          </a:ln>
        </p:spPr>
      </p:cxnSp>
      <p:cxnSp>
        <p:nvCxnSpPr>
          <p:cNvPr id="453" name="Google Shape;453;p32"/>
          <p:cNvCxnSpPr>
            <a:stCxn id="450" idx="2"/>
            <a:endCxn id="449" idx="2"/>
          </p:cNvCxnSpPr>
          <p:nvPr/>
        </p:nvCxnSpPr>
        <p:spPr>
          <a:xfrm rot="10800000" flipH="1">
            <a:off x="3404338" y="2277775"/>
            <a:ext cx="600" cy="1071000"/>
          </a:xfrm>
          <a:prstGeom prst="curvedConnector3">
            <a:avLst>
              <a:gd name="adj1" fmla="val -39687500"/>
            </a:avLst>
          </a:prstGeom>
          <a:noFill/>
          <a:ln w="19050" cap="flat" cmpd="sng">
            <a:solidFill>
              <a:schemeClr val="dk1"/>
            </a:solidFill>
            <a:prstDash val="dot"/>
            <a:round/>
            <a:headEnd type="none" w="med" len="med"/>
            <a:tailEnd type="none" w="med" len="med"/>
          </a:ln>
        </p:spPr>
      </p:cxnSp>
      <p:sp>
        <p:nvSpPr>
          <p:cNvPr id="454" name="Google Shape;454;p32"/>
          <p:cNvSpPr/>
          <p:nvPr/>
        </p:nvSpPr>
        <p:spPr>
          <a:xfrm>
            <a:off x="4128369" y="2369527"/>
            <a:ext cx="887262" cy="887394"/>
          </a:xfrm>
          <a:custGeom>
            <a:avLst/>
            <a:gdLst/>
            <a:ahLst/>
            <a:cxnLst/>
            <a:rect l="l" t="t" r="r" b="b"/>
            <a:pathLst>
              <a:path w="6032" h="6033" extrusionOk="0">
                <a:moveTo>
                  <a:pt x="6032" y="3018"/>
                </a:moveTo>
                <a:lnTo>
                  <a:pt x="6032" y="3018"/>
                </a:lnTo>
                <a:cubicBezTo>
                  <a:pt x="6032" y="4683"/>
                  <a:pt x="4683" y="6033"/>
                  <a:pt x="3018" y="6033"/>
                </a:cubicBezTo>
                <a:cubicBezTo>
                  <a:pt x="1352" y="6033"/>
                  <a:pt x="0" y="4683"/>
                  <a:pt x="0" y="3018"/>
                </a:cubicBezTo>
                <a:cubicBezTo>
                  <a:pt x="0" y="1352"/>
                  <a:pt x="1352" y="0"/>
                  <a:pt x="3018" y="0"/>
                </a:cubicBezTo>
                <a:cubicBezTo>
                  <a:pt x="4683" y="0"/>
                  <a:pt x="6032" y="1352"/>
                  <a:pt x="6032" y="3018"/>
                </a:cubicBez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455" name="Google Shape;455;p32"/>
          <p:cNvGrpSpPr/>
          <p:nvPr/>
        </p:nvGrpSpPr>
        <p:grpSpPr>
          <a:xfrm>
            <a:off x="4294952" y="2536176"/>
            <a:ext cx="554096" cy="554096"/>
            <a:chOff x="6452075" y="582789"/>
            <a:chExt cx="234687" cy="234687"/>
          </a:xfrm>
        </p:grpSpPr>
        <p:sp>
          <p:nvSpPr>
            <p:cNvPr id="456" name="Google Shape;456;p32"/>
            <p:cNvSpPr/>
            <p:nvPr/>
          </p:nvSpPr>
          <p:spPr>
            <a:xfrm>
              <a:off x="6452075" y="582789"/>
              <a:ext cx="234687" cy="234687"/>
            </a:xfrm>
            <a:custGeom>
              <a:avLst/>
              <a:gdLst/>
              <a:ahLst/>
              <a:cxnLst/>
              <a:rect l="l" t="t" r="r" b="b"/>
              <a:pathLst>
                <a:path w="234687" h="234687" extrusionOk="0">
                  <a:moveTo>
                    <a:pt x="210132" y="89845"/>
                  </a:moveTo>
                  <a:cubicBezTo>
                    <a:pt x="208202" y="83348"/>
                    <a:pt x="205629" y="77109"/>
                    <a:pt x="202413" y="71191"/>
                  </a:cubicBezTo>
                  <a:cubicBezTo>
                    <a:pt x="211161" y="60320"/>
                    <a:pt x="210518" y="44368"/>
                    <a:pt x="200419" y="34269"/>
                  </a:cubicBezTo>
                  <a:cubicBezTo>
                    <a:pt x="190255" y="24106"/>
                    <a:pt x="174239" y="23591"/>
                    <a:pt x="163497" y="32275"/>
                  </a:cubicBezTo>
                  <a:cubicBezTo>
                    <a:pt x="157579" y="29059"/>
                    <a:pt x="151275" y="26421"/>
                    <a:pt x="144842" y="24556"/>
                  </a:cubicBezTo>
                  <a:cubicBezTo>
                    <a:pt x="140468" y="-8185"/>
                    <a:pt x="94219" y="-8185"/>
                    <a:pt x="89845" y="24556"/>
                  </a:cubicBezTo>
                  <a:cubicBezTo>
                    <a:pt x="83348" y="26486"/>
                    <a:pt x="77109" y="29059"/>
                    <a:pt x="71191" y="32275"/>
                  </a:cubicBezTo>
                  <a:cubicBezTo>
                    <a:pt x="60320" y="23527"/>
                    <a:pt x="44368" y="24170"/>
                    <a:pt x="34269" y="34269"/>
                  </a:cubicBezTo>
                  <a:cubicBezTo>
                    <a:pt x="24041" y="44496"/>
                    <a:pt x="23591" y="60449"/>
                    <a:pt x="32275" y="71191"/>
                  </a:cubicBezTo>
                  <a:cubicBezTo>
                    <a:pt x="29058" y="77109"/>
                    <a:pt x="26421" y="83413"/>
                    <a:pt x="24556" y="89845"/>
                  </a:cubicBezTo>
                  <a:cubicBezTo>
                    <a:pt x="-8185" y="94219"/>
                    <a:pt x="-8185" y="140468"/>
                    <a:pt x="24556" y="144842"/>
                  </a:cubicBezTo>
                  <a:cubicBezTo>
                    <a:pt x="26486" y="151339"/>
                    <a:pt x="29058" y="157579"/>
                    <a:pt x="32275" y="163497"/>
                  </a:cubicBezTo>
                  <a:cubicBezTo>
                    <a:pt x="23591" y="174239"/>
                    <a:pt x="24041" y="190191"/>
                    <a:pt x="34269" y="200419"/>
                  </a:cubicBezTo>
                  <a:cubicBezTo>
                    <a:pt x="44368" y="210518"/>
                    <a:pt x="60320" y="211161"/>
                    <a:pt x="71191" y="202413"/>
                  </a:cubicBezTo>
                  <a:cubicBezTo>
                    <a:pt x="77109" y="205629"/>
                    <a:pt x="83413" y="208266"/>
                    <a:pt x="89845" y="210132"/>
                  </a:cubicBezTo>
                  <a:cubicBezTo>
                    <a:pt x="94219" y="242873"/>
                    <a:pt x="140468" y="242873"/>
                    <a:pt x="144842" y="210132"/>
                  </a:cubicBezTo>
                  <a:cubicBezTo>
                    <a:pt x="151339" y="208202"/>
                    <a:pt x="157579" y="205629"/>
                    <a:pt x="163497" y="202413"/>
                  </a:cubicBezTo>
                  <a:cubicBezTo>
                    <a:pt x="174367" y="211161"/>
                    <a:pt x="190320" y="210518"/>
                    <a:pt x="200419" y="200419"/>
                  </a:cubicBezTo>
                  <a:cubicBezTo>
                    <a:pt x="210518" y="190320"/>
                    <a:pt x="211161" y="174367"/>
                    <a:pt x="202413" y="163497"/>
                  </a:cubicBezTo>
                  <a:cubicBezTo>
                    <a:pt x="205629" y="157514"/>
                    <a:pt x="208266" y="151275"/>
                    <a:pt x="210132" y="144842"/>
                  </a:cubicBezTo>
                  <a:cubicBezTo>
                    <a:pt x="242873" y="140468"/>
                    <a:pt x="242873" y="94219"/>
                    <a:pt x="210132" y="89845"/>
                  </a:cubicBezTo>
                  <a:lnTo>
                    <a:pt x="210132" y="89845"/>
                  </a:lnTo>
                  <a:close/>
                  <a:moveTo>
                    <a:pt x="84892" y="156035"/>
                  </a:moveTo>
                  <a:lnTo>
                    <a:pt x="65338" y="146258"/>
                  </a:lnTo>
                  <a:lnTo>
                    <a:pt x="71513" y="133907"/>
                  </a:lnTo>
                  <a:lnTo>
                    <a:pt x="91067" y="143685"/>
                  </a:lnTo>
                  <a:lnTo>
                    <a:pt x="84892" y="156035"/>
                  </a:lnTo>
                  <a:close/>
                  <a:moveTo>
                    <a:pt x="97178" y="93190"/>
                  </a:moveTo>
                  <a:cubicBezTo>
                    <a:pt x="95441" y="93769"/>
                    <a:pt x="94026" y="95120"/>
                    <a:pt x="93447" y="96856"/>
                  </a:cubicBezTo>
                  <a:lnTo>
                    <a:pt x="92547" y="99494"/>
                  </a:lnTo>
                  <a:cubicBezTo>
                    <a:pt x="90553" y="105283"/>
                    <a:pt x="85857" y="109914"/>
                    <a:pt x="79939" y="111844"/>
                  </a:cubicBezTo>
                  <a:cubicBezTo>
                    <a:pt x="77559" y="112616"/>
                    <a:pt x="75951" y="114803"/>
                    <a:pt x="75951" y="117312"/>
                  </a:cubicBezTo>
                  <a:lnTo>
                    <a:pt x="75951" y="117955"/>
                  </a:lnTo>
                  <a:lnTo>
                    <a:pt x="61864" y="117955"/>
                  </a:lnTo>
                  <a:lnTo>
                    <a:pt x="61864" y="117312"/>
                  </a:lnTo>
                  <a:cubicBezTo>
                    <a:pt x="61864" y="108885"/>
                    <a:pt x="67332" y="101424"/>
                    <a:pt x="75501" y="98722"/>
                  </a:cubicBezTo>
                  <a:cubicBezTo>
                    <a:pt x="77237" y="98143"/>
                    <a:pt x="78588" y="96792"/>
                    <a:pt x="79167" y="95055"/>
                  </a:cubicBezTo>
                  <a:lnTo>
                    <a:pt x="80068" y="92418"/>
                  </a:lnTo>
                  <a:cubicBezTo>
                    <a:pt x="82062" y="86629"/>
                    <a:pt x="86758" y="81998"/>
                    <a:pt x="92675" y="80003"/>
                  </a:cubicBezTo>
                  <a:lnTo>
                    <a:pt x="101488" y="77109"/>
                  </a:lnTo>
                  <a:lnTo>
                    <a:pt x="105926" y="90231"/>
                  </a:lnTo>
                  <a:lnTo>
                    <a:pt x="97114" y="93126"/>
                  </a:lnTo>
                  <a:close/>
                  <a:moveTo>
                    <a:pt x="112551" y="68940"/>
                  </a:moveTo>
                  <a:lnTo>
                    <a:pt x="108177" y="55818"/>
                  </a:lnTo>
                  <a:lnTo>
                    <a:pt x="128890" y="48935"/>
                  </a:lnTo>
                  <a:lnTo>
                    <a:pt x="133264" y="62057"/>
                  </a:lnTo>
                  <a:lnTo>
                    <a:pt x="112551" y="68940"/>
                  </a:lnTo>
                  <a:close/>
                  <a:moveTo>
                    <a:pt x="165233" y="132042"/>
                  </a:moveTo>
                  <a:cubicBezTo>
                    <a:pt x="165233" y="140468"/>
                    <a:pt x="159766" y="147930"/>
                    <a:pt x="151596" y="150632"/>
                  </a:cubicBezTo>
                  <a:cubicBezTo>
                    <a:pt x="149860" y="151211"/>
                    <a:pt x="148509" y="152561"/>
                    <a:pt x="147866" y="154298"/>
                  </a:cubicBezTo>
                  <a:lnTo>
                    <a:pt x="146965" y="156935"/>
                  </a:lnTo>
                  <a:cubicBezTo>
                    <a:pt x="144971" y="162725"/>
                    <a:pt x="140275" y="167356"/>
                    <a:pt x="134357" y="169286"/>
                  </a:cubicBezTo>
                  <a:lnTo>
                    <a:pt x="125545" y="172180"/>
                  </a:lnTo>
                  <a:lnTo>
                    <a:pt x="121107" y="159058"/>
                  </a:lnTo>
                  <a:lnTo>
                    <a:pt x="129919" y="156164"/>
                  </a:lnTo>
                  <a:cubicBezTo>
                    <a:pt x="131656" y="155585"/>
                    <a:pt x="133007" y="154234"/>
                    <a:pt x="133650" y="152497"/>
                  </a:cubicBezTo>
                  <a:lnTo>
                    <a:pt x="134551" y="149860"/>
                  </a:lnTo>
                  <a:cubicBezTo>
                    <a:pt x="136545" y="144071"/>
                    <a:pt x="141240" y="139439"/>
                    <a:pt x="147158" y="137445"/>
                  </a:cubicBezTo>
                  <a:cubicBezTo>
                    <a:pt x="149538" y="136673"/>
                    <a:pt x="151146" y="134486"/>
                    <a:pt x="151146" y="131978"/>
                  </a:cubicBezTo>
                  <a:lnTo>
                    <a:pt x="151146" y="131334"/>
                  </a:lnTo>
                  <a:lnTo>
                    <a:pt x="165233" y="131334"/>
                  </a:lnTo>
                  <a:lnTo>
                    <a:pt x="165233" y="131978"/>
                  </a:lnTo>
                  <a:close/>
                  <a:moveTo>
                    <a:pt x="151854" y="117698"/>
                  </a:moveTo>
                  <a:cubicBezTo>
                    <a:pt x="140404" y="117698"/>
                    <a:pt x="131141" y="108371"/>
                    <a:pt x="131141" y="96985"/>
                  </a:cubicBezTo>
                  <a:cubicBezTo>
                    <a:pt x="132299" y="69454"/>
                    <a:pt x="171473" y="69454"/>
                    <a:pt x="172631" y="96985"/>
                  </a:cubicBezTo>
                  <a:cubicBezTo>
                    <a:pt x="172631" y="108435"/>
                    <a:pt x="163303" y="117698"/>
                    <a:pt x="151918" y="117698"/>
                  </a:cubicBezTo>
                  <a:lnTo>
                    <a:pt x="151918" y="11769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57" name="Google Shape;457;p32"/>
            <p:cNvSpPr/>
            <p:nvPr/>
          </p:nvSpPr>
          <p:spPr>
            <a:xfrm>
              <a:off x="6597046" y="672827"/>
              <a:ext cx="13829" cy="13781"/>
            </a:xfrm>
            <a:custGeom>
              <a:avLst/>
              <a:gdLst/>
              <a:ahLst/>
              <a:cxnLst/>
              <a:rect l="l" t="t" r="r" b="b"/>
              <a:pathLst>
                <a:path w="13829" h="13781" extrusionOk="0">
                  <a:moveTo>
                    <a:pt x="6883" y="0"/>
                  </a:moveTo>
                  <a:cubicBezTo>
                    <a:pt x="3087" y="0"/>
                    <a:pt x="0" y="3088"/>
                    <a:pt x="0" y="6883"/>
                  </a:cubicBezTo>
                  <a:cubicBezTo>
                    <a:pt x="386" y="16081"/>
                    <a:pt x="13444" y="16081"/>
                    <a:pt x="13830" y="6883"/>
                  </a:cubicBezTo>
                  <a:cubicBezTo>
                    <a:pt x="13830" y="3088"/>
                    <a:pt x="10742" y="0"/>
                    <a:pt x="6947" y="0"/>
                  </a:cubicBezTo>
                  <a:lnTo>
                    <a:pt x="6947"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2">
          <a:extLst>
            <a:ext uri="{FF2B5EF4-FFF2-40B4-BE49-F238E27FC236}">
              <a16:creationId xmlns:a16="http://schemas.microsoft.com/office/drawing/2014/main" id="{6E829DFE-65B2-063A-EFFE-8DB6017990B7}"/>
            </a:ext>
          </a:extLst>
        </p:cNvPr>
        <p:cNvGrpSpPr/>
        <p:nvPr/>
      </p:nvGrpSpPr>
      <p:grpSpPr>
        <a:xfrm>
          <a:off x="0" y="0"/>
          <a:ext cx="0" cy="0"/>
          <a:chOff x="0" y="0"/>
          <a:chExt cx="0" cy="0"/>
        </a:xfrm>
      </p:grpSpPr>
      <p:sp>
        <p:nvSpPr>
          <p:cNvPr id="833" name="Google Shape;833;p42">
            <a:extLst>
              <a:ext uri="{FF2B5EF4-FFF2-40B4-BE49-F238E27FC236}">
                <a16:creationId xmlns:a16="http://schemas.microsoft.com/office/drawing/2014/main" id="{998EC953-358A-2537-C31C-5F73193069CF}"/>
              </a:ext>
            </a:extLst>
          </p:cNvPr>
          <p:cNvSpPr txBox="1">
            <a:spLocks noGrp="1"/>
          </p:cNvSpPr>
          <p:nvPr>
            <p:ph type="title"/>
          </p:nvPr>
        </p:nvSpPr>
        <p:spPr>
          <a:xfrm>
            <a:off x="720000" y="42442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800" dirty="0"/>
              <a:t>Part 2</a:t>
            </a:r>
            <a:endParaRPr sz="4800" dirty="0"/>
          </a:p>
        </p:txBody>
      </p:sp>
      <p:sp>
        <p:nvSpPr>
          <p:cNvPr id="834" name="Google Shape;834;p42">
            <a:extLst>
              <a:ext uri="{FF2B5EF4-FFF2-40B4-BE49-F238E27FC236}">
                <a16:creationId xmlns:a16="http://schemas.microsoft.com/office/drawing/2014/main" id="{29A6164B-3CAB-34C6-5F58-401A34B14398}"/>
              </a:ext>
            </a:extLst>
          </p:cNvPr>
          <p:cNvSpPr txBox="1">
            <a:spLocks noGrp="1"/>
          </p:cNvSpPr>
          <p:nvPr>
            <p:ph type="body" idx="1"/>
          </p:nvPr>
        </p:nvSpPr>
        <p:spPr>
          <a:xfrm>
            <a:off x="103094" y="1734288"/>
            <a:ext cx="8937812" cy="9594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3600" dirty="0"/>
              <a:t>Do Commonly-Used Ways to Counter Loneliness Work?</a:t>
            </a:r>
          </a:p>
          <a:p>
            <a:pPr marL="0" lvl="0" indent="0" algn="ctr" rtl="0">
              <a:lnSpc>
                <a:spcPct val="100000"/>
              </a:lnSpc>
              <a:spcBef>
                <a:spcPts val="0"/>
              </a:spcBef>
              <a:spcAft>
                <a:spcPts val="0"/>
              </a:spcAft>
              <a:buNone/>
            </a:pPr>
            <a:endParaRPr lang="en-US" sz="3600" dirty="0"/>
          </a:p>
          <a:p>
            <a:pPr marL="0" indent="0" algn="ctr">
              <a:lnSpc>
                <a:spcPct val="100000"/>
              </a:lnSpc>
              <a:buNone/>
            </a:pPr>
            <a:r>
              <a:rPr lang="en-US" altLang="zh-CN" sz="2000" dirty="0"/>
              <a:t>Pets, Exercise, and Social Interaction </a:t>
            </a:r>
          </a:p>
          <a:p>
            <a:pPr marL="0" indent="0" algn="ctr">
              <a:lnSpc>
                <a:spcPct val="100000"/>
              </a:lnSpc>
              <a:buNone/>
            </a:pPr>
            <a:endParaRPr lang="en-US" altLang="zh-CN" sz="2000" dirty="0"/>
          </a:p>
        </p:txBody>
      </p:sp>
      <p:grpSp>
        <p:nvGrpSpPr>
          <p:cNvPr id="835" name="Google Shape;835;p42">
            <a:extLst>
              <a:ext uri="{FF2B5EF4-FFF2-40B4-BE49-F238E27FC236}">
                <a16:creationId xmlns:a16="http://schemas.microsoft.com/office/drawing/2014/main" id="{CC39410E-FD84-F6E5-B8F8-39E6C2DBB649}"/>
              </a:ext>
            </a:extLst>
          </p:cNvPr>
          <p:cNvGrpSpPr/>
          <p:nvPr/>
        </p:nvGrpSpPr>
        <p:grpSpPr>
          <a:xfrm>
            <a:off x="0" y="3733700"/>
            <a:ext cx="2226100" cy="874800"/>
            <a:chOff x="0" y="-176475"/>
            <a:chExt cx="2226100" cy="874800"/>
          </a:xfrm>
        </p:grpSpPr>
        <p:sp>
          <p:nvSpPr>
            <p:cNvPr id="836" name="Google Shape;836;p42">
              <a:extLst>
                <a:ext uri="{FF2B5EF4-FFF2-40B4-BE49-F238E27FC236}">
                  <a16:creationId xmlns:a16="http://schemas.microsoft.com/office/drawing/2014/main" id="{6EAE68BE-CCE7-D4F8-43C0-A83124F8750F}"/>
                </a:ext>
              </a:extLst>
            </p:cNvPr>
            <p:cNvSpPr/>
            <p:nvPr/>
          </p:nvSpPr>
          <p:spPr>
            <a:xfrm>
              <a:off x="1351300" y="-176475"/>
              <a:ext cx="874800" cy="8748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Hind"/>
                <a:ea typeface="Hind"/>
                <a:cs typeface="Hind"/>
                <a:sym typeface="Hind"/>
              </a:endParaRPr>
            </a:p>
          </p:txBody>
        </p:sp>
        <p:sp>
          <p:nvSpPr>
            <p:cNvPr id="837" name="Google Shape;837;p42">
              <a:extLst>
                <a:ext uri="{FF2B5EF4-FFF2-40B4-BE49-F238E27FC236}">
                  <a16:creationId xmlns:a16="http://schemas.microsoft.com/office/drawing/2014/main" id="{BF645C65-B14F-0349-B963-B097B308107B}"/>
                </a:ext>
              </a:extLst>
            </p:cNvPr>
            <p:cNvSpPr/>
            <p:nvPr/>
          </p:nvSpPr>
          <p:spPr>
            <a:xfrm>
              <a:off x="261000" y="130475"/>
              <a:ext cx="1237200" cy="2610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Hind"/>
                <a:ea typeface="Hind"/>
                <a:cs typeface="Hind"/>
                <a:sym typeface="Hind"/>
              </a:endParaRPr>
            </a:p>
          </p:txBody>
        </p:sp>
        <p:cxnSp>
          <p:nvCxnSpPr>
            <p:cNvPr id="838" name="Google Shape;838;p42">
              <a:extLst>
                <a:ext uri="{FF2B5EF4-FFF2-40B4-BE49-F238E27FC236}">
                  <a16:creationId xmlns:a16="http://schemas.microsoft.com/office/drawing/2014/main" id="{BAD75B49-952D-B552-04E6-DD67FF088B3B}"/>
                </a:ext>
              </a:extLst>
            </p:cNvPr>
            <p:cNvCxnSpPr/>
            <p:nvPr/>
          </p:nvCxnSpPr>
          <p:spPr>
            <a:xfrm>
              <a:off x="0" y="260950"/>
              <a:ext cx="1789500" cy="0"/>
            </a:xfrm>
            <a:prstGeom prst="straightConnector1">
              <a:avLst/>
            </a:prstGeom>
            <a:noFill/>
            <a:ln w="1905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068866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a:extLst>
            <a:ext uri="{FF2B5EF4-FFF2-40B4-BE49-F238E27FC236}">
              <a16:creationId xmlns:a16="http://schemas.microsoft.com/office/drawing/2014/main" id="{679984A9-3E3A-ABCE-36CC-91B8E6196F82}"/>
            </a:ext>
          </a:extLst>
        </p:cNvPr>
        <p:cNvGrpSpPr/>
        <p:nvPr/>
      </p:nvGrpSpPr>
      <p:grpSpPr>
        <a:xfrm>
          <a:off x="0" y="0"/>
          <a:ext cx="0" cy="0"/>
          <a:chOff x="0" y="0"/>
          <a:chExt cx="0" cy="0"/>
        </a:xfrm>
      </p:grpSpPr>
      <p:sp>
        <p:nvSpPr>
          <p:cNvPr id="309" name="Google Shape;309;p29">
            <a:extLst>
              <a:ext uri="{FF2B5EF4-FFF2-40B4-BE49-F238E27FC236}">
                <a16:creationId xmlns:a16="http://schemas.microsoft.com/office/drawing/2014/main" id="{2A858284-76A2-FCD3-9E5B-4825B1BD3092}"/>
              </a:ext>
            </a:extLst>
          </p:cNvPr>
          <p:cNvSpPr txBox="1">
            <a:spLocks noGrp="1"/>
          </p:cNvSpPr>
          <p:nvPr>
            <p:ph type="title"/>
          </p:nvPr>
        </p:nvSpPr>
        <p:spPr>
          <a:xfrm>
            <a:off x="717086" y="23981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Part 2:Do Commonly-Used Ways to Counter Loneliness Work?</a:t>
            </a:r>
          </a:p>
        </p:txBody>
      </p:sp>
      <p:sp>
        <p:nvSpPr>
          <p:cNvPr id="310" name="Google Shape;310;p29">
            <a:extLst>
              <a:ext uri="{FF2B5EF4-FFF2-40B4-BE49-F238E27FC236}">
                <a16:creationId xmlns:a16="http://schemas.microsoft.com/office/drawing/2014/main" id="{01AE956C-F647-C54C-F732-0E1074A11AF3}"/>
              </a:ext>
            </a:extLst>
          </p:cNvPr>
          <p:cNvSpPr txBox="1"/>
          <p:nvPr/>
        </p:nvSpPr>
        <p:spPr>
          <a:xfrm>
            <a:off x="6327900" y="1621534"/>
            <a:ext cx="2096100" cy="648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err="1">
                <a:solidFill>
                  <a:schemeClr val="dk1"/>
                </a:solidFill>
                <a:latin typeface="Hind"/>
                <a:ea typeface="Hind"/>
                <a:cs typeface="Hind"/>
                <a:sym typeface="Hind"/>
              </a:rPr>
              <a:t>LONELY_ucla_loneliness_scale_score</a:t>
            </a:r>
            <a:endParaRPr dirty="0">
              <a:solidFill>
                <a:schemeClr val="dk1"/>
              </a:solidFill>
              <a:latin typeface="Hind"/>
              <a:ea typeface="Hind"/>
              <a:cs typeface="Hind"/>
              <a:sym typeface="Hind"/>
            </a:endParaRPr>
          </a:p>
        </p:txBody>
      </p:sp>
      <p:sp>
        <p:nvSpPr>
          <p:cNvPr id="311" name="Google Shape;311;p29">
            <a:extLst>
              <a:ext uri="{FF2B5EF4-FFF2-40B4-BE49-F238E27FC236}">
                <a16:creationId xmlns:a16="http://schemas.microsoft.com/office/drawing/2014/main" id="{94036A64-E0F2-BB3D-76A7-5982A612516B}"/>
              </a:ext>
            </a:extLst>
          </p:cNvPr>
          <p:cNvSpPr txBox="1"/>
          <p:nvPr/>
        </p:nvSpPr>
        <p:spPr>
          <a:xfrm>
            <a:off x="6327900" y="1143625"/>
            <a:ext cx="2096100"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000" b="1" dirty="0">
                <a:solidFill>
                  <a:schemeClr val="dk1"/>
                </a:solidFill>
                <a:latin typeface="Archivo"/>
                <a:ea typeface="Archivo"/>
                <a:cs typeface="Archivo"/>
                <a:sym typeface="Archivo"/>
              </a:rPr>
              <a:t>Measurement</a:t>
            </a:r>
            <a:endParaRPr sz="2000" b="1" dirty="0">
              <a:solidFill>
                <a:schemeClr val="dk1"/>
              </a:solidFill>
              <a:latin typeface="Archivo"/>
              <a:ea typeface="Archivo"/>
              <a:cs typeface="Archivo"/>
              <a:sym typeface="Archivo"/>
            </a:endParaRPr>
          </a:p>
        </p:txBody>
      </p:sp>
      <p:sp>
        <p:nvSpPr>
          <p:cNvPr id="312" name="Google Shape;312;p29">
            <a:extLst>
              <a:ext uri="{FF2B5EF4-FFF2-40B4-BE49-F238E27FC236}">
                <a16:creationId xmlns:a16="http://schemas.microsoft.com/office/drawing/2014/main" id="{B20A5260-20C1-D1C1-D42F-90DCD7DD932F}"/>
              </a:ext>
            </a:extLst>
          </p:cNvPr>
          <p:cNvSpPr txBox="1"/>
          <p:nvPr/>
        </p:nvSpPr>
        <p:spPr>
          <a:xfrm>
            <a:off x="6321000" y="2791016"/>
            <a:ext cx="2103000" cy="648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Hind"/>
                <a:ea typeface="Hind"/>
                <a:cs typeface="Hind"/>
                <a:sym typeface="Hind"/>
              </a:rPr>
              <a:t>CONNECTION_activities_talked_day_p3m</a:t>
            </a:r>
            <a:endParaRPr dirty="0">
              <a:solidFill>
                <a:schemeClr val="dk1"/>
              </a:solidFill>
              <a:latin typeface="Hind"/>
              <a:ea typeface="Hind"/>
              <a:cs typeface="Hind"/>
              <a:sym typeface="Hind"/>
            </a:endParaRPr>
          </a:p>
        </p:txBody>
      </p:sp>
      <p:sp>
        <p:nvSpPr>
          <p:cNvPr id="313" name="Google Shape;313;p29">
            <a:extLst>
              <a:ext uri="{FF2B5EF4-FFF2-40B4-BE49-F238E27FC236}">
                <a16:creationId xmlns:a16="http://schemas.microsoft.com/office/drawing/2014/main" id="{FF9FB0AB-D26A-9FED-80EC-720985361E75}"/>
              </a:ext>
            </a:extLst>
          </p:cNvPr>
          <p:cNvSpPr txBox="1"/>
          <p:nvPr/>
        </p:nvSpPr>
        <p:spPr>
          <a:xfrm>
            <a:off x="6321000" y="2313115"/>
            <a:ext cx="2103000"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2000" b="1" dirty="0">
                <a:solidFill>
                  <a:schemeClr val="dk1"/>
                </a:solidFill>
                <a:latin typeface="Archivo"/>
                <a:ea typeface="Archivo"/>
                <a:cs typeface="Archivo"/>
                <a:sym typeface="Archivo"/>
              </a:rPr>
              <a:t>Social Interaction</a:t>
            </a:r>
            <a:endParaRPr sz="2000" b="1" dirty="0">
              <a:solidFill>
                <a:schemeClr val="dk1"/>
              </a:solidFill>
              <a:latin typeface="Archivo"/>
              <a:ea typeface="Archivo"/>
              <a:cs typeface="Archivo"/>
              <a:sym typeface="Archivo"/>
            </a:endParaRPr>
          </a:p>
        </p:txBody>
      </p:sp>
      <p:sp>
        <p:nvSpPr>
          <p:cNvPr id="314" name="Google Shape;314;p29">
            <a:extLst>
              <a:ext uri="{FF2B5EF4-FFF2-40B4-BE49-F238E27FC236}">
                <a16:creationId xmlns:a16="http://schemas.microsoft.com/office/drawing/2014/main" id="{45B5A1FD-44F3-843A-E3F6-58A11199F0A1}"/>
              </a:ext>
            </a:extLst>
          </p:cNvPr>
          <p:cNvSpPr txBox="1"/>
          <p:nvPr/>
        </p:nvSpPr>
        <p:spPr>
          <a:xfrm>
            <a:off x="723850" y="1621522"/>
            <a:ext cx="2106300" cy="648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Hind"/>
                <a:ea typeface="Hind"/>
                <a:cs typeface="Hind"/>
                <a:sym typeface="Hind"/>
              </a:rPr>
              <a:t>Whether pets, exercise, and social interaction effective</a:t>
            </a:r>
            <a:endParaRPr dirty="0">
              <a:solidFill>
                <a:schemeClr val="dk1"/>
              </a:solidFill>
              <a:latin typeface="Hind"/>
              <a:ea typeface="Hind"/>
              <a:cs typeface="Hind"/>
              <a:sym typeface="Hind"/>
            </a:endParaRPr>
          </a:p>
        </p:txBody>
      </p:sp>
      <p:sp>
        <p:nvSpPr>
          <p:cNvPr id="315" name="Google Shape;315;p29">
            <a:extLst>
              <a:ext uri="{FF2B5EF4-FFF2-40B4-BE49-F238E27FC236}">
                <a16:creationId xmlns:a16="http://schemas.microsoft.com/office/drawing/2014/main" id="{B49522CA-BC7B-4FC3-F4EB-E2B265D90D36}"/>
              </a:ext>
            </a:extLst>
          </p:cNvPr>
          <p:cNvSpPr txBox="1"/>
          <p:nvPr/>
        </p:nvSpPr>
        <p:spPr>
          <a:xfrm>
            <a:off x="6327900" y="3482614"/>
            <a:ext cx="2096100"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2000" b="1" dirty="0">
                <a:solidFill>
                  <a:schemeClr val="dk1"/>
                </a:solidFill>
                <a:latin typeface="Archivo"/>
                <a:ea typeface="Archivo"/>
                <a:cs typeface="Archivo"/>
                <a:sym typeface="Archivo"/>
              </a:rPr>
              <a:t>Methods</a:t>
            </a:r>
            <a:endParaRPr sz="2000" b="1" dirty="0">
              <a:solidFill>
                <a:schemeClr val="dk1"/>
              </a:solidFill>
              <a:latin typeface="Archivo"/>
              <a:ea typeface="Archivo"/>
              <a:cs typeface="Archivo"/>
              <a:sym typeface="Archivo"/>
            </a:endParaRPr>
          </a:p>
        </p:txBody>
      </p:sp>
      <p:sp>
        <p:nvSpPr>
          <p:cNvPr id="316" name="Google Shape;316;p29">
            <a:extLst>
              <a:ext uri="{FF2B5EF4-FFF2-40B4-BE49-F238E27FC236}">
                <a16:creationId xmlns:a16="http://schemas.microsoft.com/office/drawing/2014/main" id="{E3D27EAE-E277-BD46-1FA7-1C48536C461C}"/>
              </a:ext>
            </a:extLst>
          </p:cNvPr>
          <p:cNvSpPr txBox="1"/>
          <p:nvPr/>
        </p:nvSpPr>
        <p:spPr>
          <a:xfrm>
            <a:off x="723850" y="1143613"/>
            <a:ext cx="2106300"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2000" b="1" dirty="0">
                <a:solidFill>
                  <a:schemeClr val="dk1"/>
                </a:solidFill>
                <a:latin typeface="Archivo"/>
                <a:ea typeface="Archivo"/>
                <a:cs typeface="Archivo"/>
                <a:sym typeface="Archivo"/>
              </a:rPr>
              <a:t>Goals</a:t>
            </a:r>
            <a:endParaRPr sz="2000" b="1" dirty="0">
              <a:solidFill>
                <a:schemeClr val="dk1"/>
              </a:solidFill>
              <a:latin typeface="Archivo"/>
              <a:ea typeface="Archivo"/>
              <a:cs typeface="Archivo"/>
              <a:sym typeface="Archivo"/>
            </a:endParaRPr>
          </a:p>
        </p:txBody>
      </p:sp>
      <p:sp>
        <p:nvSpPr>
          <p:cNvPr id="317" name="Google Shape;317;p29">
            <a:extLst>
              <a:ext uri="{FF2B5EF4-FFF2-40B4-BE49-F238E27FC236}">
                <a16:creationId xmlns:a16="http://schemas.microsoft.com/office/drawing/2014/main" id="{6514B211-F636-D796-296B-947423A3F4E8}"/>
              </a:ext>
            </a:extLst>
          </p:cNvPr>
          <p:cNvSpPr txBox="1"/>
          <p:nvPr/>
        </p:nvSpPr>
        <p:spPr>
          <a:xfrm>
            <a:off x="6327900" y="3960498"/>
            <a:ext cx="2096100" cy="648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Hind"/>
                <a:ea typeface="Hind"/>
                <a:cs typeface="Hind"/>
                <a:sym typeface="Hind"/>
              </a:rPr>
              <a:t>Use statistical tests (t-tests, bootstrapping) to compare groups</a:t>
            </a:r>
            <a:endParaRPr dirty="0">
              <a:solidFill>
                <a:schemeClr val="dk1"/>
              </a:solidFill>
              <a:latin typeface="Hind"/>
              <a:ea typeface="Hind"/>
              <a:cs typeface="Hind"/>
              <a:sym typeface="Hind"/>
            </a:endParaRPr>
          </a:p>
        </p:txBody>
      </p:sp>
      <p:sp>
        <p:nvSpPr>
          <p:cNvPr id="318" name="Google Shape;318;p29">
            <a:extLst>
              <a:ext uri="{FF2B5EF4-FFF2-40B4-BE49-F238E27FC236}">
                <a16:creationId xmlns:a16="http://schemas.microsoft.com/office/drawing/2014/main" id="{F632213D-BFAB-0A8B-0575-EB899966A2F4}"/>
              </a:ext>
            </a:extLst>
          </p:cNvPr>
          <p:cNvSpPr txBox="1"/>
          <p:nvPr/>
        </p:nvSpPr>
        <p:spPr>
          <a:xfrm>
            <a:off x="488870" y="2771476"/>
            <a:ext cx="2597068" cy="648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err="1">
                <a:solidFill>
                  <a:schemeClr val="dk1"/>
                </a:solidFill>
                <a:latin typeface="Hind"/>
                <a:ea typeface="Hind"/>
                <a:cs typeface="Hind"/>
                <a:sym typeface="Hind"/>
              </a:rPr>
              <a:t>GEO_housing_live_with_dogs</a:t>
            </a:r>
            <a:r>
              <a:rPr lang="en-US" dirty="0">
                <a:solidFill>
                  <a:schemeClr val="dk1"/>
                </a:solidFill>
                <a:latin typeface="Hind"/>
                <a:ea typeface="Hind"/>
                <a:cs typeface="Hind"/>
                <a:sym typeface="Hind"/>
              </a:rPr>
              <a:t>  “</a:t>
            </a:r>
            <a:r>
              <a:rPr lang="en-US" dirty="0" err="1">
                <a:solidFill>
                  <a:schemeClr val="dk1"/>
                </a:solidFill>
                <a:latin typeface="Hind"/>
                <a:ea typeface="Hind"/>
                <a:cs typeface="Hind"/>
                <a:sym typeface="Hind"/>
              </a:rPr>
              <a:t>GEO_housing_live_with_cats</a:t>
            </a:r>
            <a:r>
              <a:rPr lang="en-US" dirty="0">
                <a:solidFill>
                  <a:schemeClr val="dk1"/>
                </a:solidFill>
                <a:latin typeface="Hind"/>
                <a:ea typeface="Hind"/>
                <a:cs typeface="Hind"/>
                <a:sym typeface="Hind"/>
              </a:rPr>
              <a:t>”</a:t>
            </a:r>
            <a:endParaRPr dirty="0">
              <a:solidFill>
                <a:schemeClr val="dk1"/>
              </a:solidFill>
              <a:latin typeface="Hind"/>
              <a:ea typeface="Hind"/>
              <a:cs typeface="Hind"/>
              <a:sym typeface="Hind"/>
            </a:endParaRPr>
          </a:p>
        </p:txBody>
      </p:sp>
      <p:sp>
        <p:nvSpPr>
          <p:cNvPr id="319" name="Google Shape;319;p29">
            <a:extLst>
              <a:ext uri="{FF2B5EF4-FFF2-40B4-BE49-F238E27FC236}">
                <a16:creationId xmlns:a16="http://schemas.microsoft.com/office/drawing/2014/main" id="{4108996C-BF07-8FB0-691F-5D27F35885FC}"/>
              </a:ext>
            </a:extLst>
          </p:cNvPr>
          <p:cNvSpPr txBox="1"/>
          <p:nvPr/>
        </p:nvSpPr>
        <p:spPr>
          <a:xfrm>
            <a:off x="723850" y="2313101"/>
            <a:ext cx="2106300"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2000" b="1" dirty="0">
                <a:solidFill>
                  <a:schemeClr val="dk1"/>
                </a:solidFill>
                <a:latin typeface="Archivo"/>
                <a:ea typeface="Archivo"/>
                <a:cs typeface="Archivo"/>
                <a:sym typeface="Archivo"/>
              </a:rPr>
              <a:t>Pets</a:t>
            </a:r>
            <a:endParaRPr sz="2000" b="1" dirty="0">
              <a:solidFill>
                <a:schemeClr val="dk1"/>
              </a:solidFill>
              <a:latin typeface="Archivo"/>
              <a:ea typeface="Archivo"/>
              <a:cs typeface="Archivo"/>
              <a:sym typeface="Archivo"/>
            </a:endParaRPr>
          </a:p>
        </p:txBody>
      </p:sp>
      <p:sp>
        <p:nvSpPr>
          <p:cNvPr id="320" name="Google Shape;320;p29">
            <a:extLst>
              <a:ext uri="{FF2B5EF4-FFF2-40B4-BE49-F238E27FC236}">
                <a16:creationId xmlns:a16="http://schemas.microsoft.com/office/drawing/2014/main" id="{5375FE81-14DF-BDF8-5F98-EDC5CAE9DE2A}"/>
              </a:ext>
            </a:extLst>
          </p:cNvPr>
          <p:cNvSpPr txBox="1"/>
          <p:nvPr/>
        </p:nvSpPr>
        <p:spPr>
          <a:xfrm>
            <a:off x="723850" y="3960512"/>
            <a:ext cx="2106300" cy="648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Hind"/>
                <a:ea typeface="Hind"/>
                <a:cs typeface="Hind"/>
                <a:sym typeface="Hind"/>
              </a:rPr>
              <a:t>CONNECTION_activities_group_exercise_p3m</a:t>
            </a:r>
            <a:endParaRPr dirty="0">
              <a:solidFill>
                <a:schemeClr val="dk1"/>
              </a:solidFill>
              <a:latin typeface="Hind"/>
              <a:ea typeface="Hind"/>
              <a:cs typeface="Hind"/>
              <a:sym typeface="Hind"/>
            </a:endParaRPr>
          </a:p>
        </p:txBody>
      </p:sp>
      <p:sp>
        <p:nvSpPr>
          <p:cNvPr id="321" name="Google Shape;321;p29">
            <a:extLst>
              <a:ext uri="{FF2B5EF4-FFF2-40B4-BE49-F238E27FC236}">
                <a16:creationId xmlns:a16="http://schemas.microsoft.com/office/drawing/2014/main" id="{F773F16B-9DAC-32C7-1108-C9870C0686E6}"/>
              </a:ext>
            </a:extLst>
          </p:cNvPr>
          <p:cNvSpPr txBox="1"/>
          <p:nvPr/>
        </p:nvSpPr>
        <p:spPr>
          <a:xfrm>
            <a:off x="723850" y="3482614"/>
            <a:ext cx="2106300"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2000" b="1" dirty="0">
                <a:solidFill>
                  <a:schemeClr val="dk1"/>
                </a:solidFill>
                <a:latin typeface="Archivo"/>
                <a:ea typeface="Archivo"/>
                <a:cs typeface="Archivo"/>
                <a:sym typeface="Archivo"/>
              </a:rPr>
              <a:t>Exercise</a:t>
            </a:r>
            <a:endParaRPr sz="2000" b="1" dirty="0">
              <a:solidFill>
                <a:schemeClr val="dk1"/>
              </a:solidFill>
              <a:latin typeface="Archivo"/>
              <a:ea typeface="Archivo"/>
              <a:cs typeface="Archivo"/>
              <a:sym typeface="Archivo"/>
            </a:endParaRPr>
          </a:p>
        </p:txBody>
      </p:sp>
      <p:sp>
        <p:nvSpPr>
          <p:cNvPr id="322" name="Google Shape;322;p29">
            <a:extLst>
              <a:ext uri="{FF2B5EF4-FFF2-40B4-BE49-F238E27FC236}">
                <a16:creationId xmlns:a16="http://schemas.microsoft.com/office/drawing/2014/main" id="{0AD19074-7E39-70A0-056B-B7E7EC1DBF75}"/>
              </a:ext>
            </a:extLst>
          </p:cNvPr>
          <p:cNvSpPr/>
          <p:nvPr/>
        </p:nvSpPr>
        <p:spPr>
          <a:xfrm>
            <a:off x="3203850" y="1508095"/>
            <a:ext cx="2736300" cy="2736300"/>
          </a:xfrm>
          <a:prstGeom prst="ellipse">
            <a:avLst/>
          </a:prstGeom>
          <a:noFill/>
          <a:ln w="19050" cap="flat" cmpd="sng">
            <a:solidFill>
              <a:schemeClr val="dk1"/>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323" name="Google Shape;323;p29">
            <a:extLst>
              <a:ext uri="{FF2B5EF4-FFF2-40B4-BE49-F238E27FC236}">
                <a16:creationId xmlns:a16="http://schemas.microsoft.com/office/drawing/2014/main" id="{8397FB84-F985-388D-9EFA-5E0D913DB8FB}"/>
              </a:ext>
            </a:extLst>
          </p:cNvPr>
          <p:cNvSpPr/>
          <p:nvPr/>
        </p:nvSpPr>
        <p:spPr>
          <a:xfrm rot="-5400000" flipH="1">
            <a:off x="4826444" y="1237375"/>
            <a:ext cx="818700" cy="818700"/>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grpSp>
        <p:nvGrpSpPr>
          <p:cNvPr id="324" name="Google Shape;324;p29">
            <a:extLst>
              <a:ext uri="{FF2B5EF4-FFF2-40B4-BE49-F238E27FC236}">
                <a16:creationId xmlns:a16="http://schemas.microsoft.com/office/drawing/2014/main" id="{5189A6DD-7088-F6B8-6011-6058367843C5}"/>
              </a:ext>
            </a:extLst>
          </p:cNvPr>
          <p:cNvGrpSpPr/>
          <p:nvPr/>
        </p:nvGrpSpPr>
        <p:grpSpPr>
          <a:xfrm>
            <a:off x="5094568" y="1446620"/>
            <a:ext cx="282451" cy="400211"/>
            <a:chOff x="3981037" y="2682193"/>
            <a:chExt cx="165699" cy="234783"/>
          </a:xfrm>
        </p:grpSpPr>
        <p:sp>
          <p:nvSpPr>
            <p:cNvPr id="325" name="Google Shape;325;p29">
              <a:extLst>
                <a:ext uri="{FF2B5EF4-FFF2-40B4-BE49-F238E27FC236}">
                  <a16:creationId xmlns:a16="http://schemas.microsoft.com/office/drawing/2014/main" id="{936CF762-8B89-9F82-C1A2-0A915AB1CE5A}"/>
                </a:ext>
              </a:extLst>
            </p:cNvPr>
            <p:cNvSpPr/>
            <p:nvPr/>
          </p:nvSpPr>
          <p:spPr>
            <a:xfrm>
              <a:off x="3995124" y="2889446"/>
              <a:ext cx="138168" cy="27530"/>
            </a:xfrm>
            <a:custGeom>
              <a:avLst/>
              <a:gdLst/>
              <a:ahLst/>
              <a:cxnLst/>
              <a:rect l="l" t="t" r="r" b="b"/>
              <a:pathLst>
                <a:path w="138168" h="27530" extrusionOk="0">
                  <a:moveTo>
                    <a:pt x="0" y="0"/>
                  </a:moveTo>
                  <a:lnTo>
                    <a:pt x="138169" y="0"/>
                  </a:lnTo>
                  <a:lnTo>
                    <a:pt x="138169" y="27531"/>
                  </a:lnTo>
                  <a:lnTo>
                    <a:pt x="0" y="27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26" name="Google Shape;326;p29">
              <a:extLst>
                <a:ext uri="{FF2B5EF4-FFF2-40B4-BE49-F238E27FC236}">
                  <a16:creationId xmlns:a16="http://schemas.microsoft.com/office/drawing/2014/main" id="{96380B73-8781-1A93-0BCC-977FC246599A}"/>
                </a:ext>
              </a:extLst>
            </p:cNvPr>
            <p:cNvSpPr/>
            <p:nvPr/>
          </p:nvSpPr>
          <p:spPr>
            <a:xfrm>
              <a:off x="3995124" y="2751277"/>
              <a:ext cx="138168" cy="48307"/>
            </a:xfrm>
            <a:custGeom>
              <a:avLst/>
              <a:gdLst/>
              <a:ahLst/>
              <a:cxnLst/>
              <a:rect l="l" t="t" r="r" b="b"/>
              <a:pathLst>
                <a:path w="138168" h="48307" extrusionOk="0">
                  <a:moveTo>
                    <a:pt x="0" y="48307"/>
                  </a:moveTo>
                  <a:lnTo>
                    <a:pt x="54611" y="48307"/>
                  </a:lnTo>
                  <a:cubicBezTo>
                    <a:pt x="59371" y="41875"/>
                    <a:pt x="63746" y="37051"/>
                    <a:pt x="63938" y="36793"/>
                  </a:cubicBezTo>
                  <a:lnTo>
                    <a:pt x="69084" y="31069"/>
                  </a:lnTo>
                  <a:lnTo>
                    <a:pt x="74230" y="36793"/>
                  </a:lnTo>
                  <a:cubicBezTo>
                    <a:pt x="74230" y="36793"/>
                    <a:pt x="78797" y="41875"/>
                    <a:pt x="83557" y="48307"/>
                  </a:cubicBezTo>
                  <a:lnTo>
                    <a:pt x="138169" y="48307"/>
                  </a:lnTo>
                  <a:lnTo>
                    <a:pt x="138169" y="0"/>
                  </a:lnTo>
                  <a:lnTo>
                    <a:pt x="0" y="0"/>
                  </a:lnTo>
                  <a:lnTo>
                    <a:pt x="0" y="4830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27" name="Google Shape;327;p29">
              <a:extLst>
                <a:ext uri="{FF2B5EF4-FFF2-40B4-BE49-F238E27FC236}">
                  <a16:creationId xmlns:a16="http://schemas.microsoft.com/office/drawing/2014/main" id="{62AA51A3-C0C7-206C-BAAF-4711C9D442EE}"/>
                </a:ext>
              </a:extLst>
            </p:cNvPr>
            <p:cNvSpPr/>
            <p:nvPr/>
          </p:nvSpPr>
          <p:spPr>
            <a:xfrm>
              <a:off x="3995124" y="2813028"/>
              <a:ext cx="46506" cy="14087"/>
            </a:xfrm>
            <a:custGeom>
              <a:avLst/>
              <a:gdLst/>
              <a:ahLst/>
              <a:cxnLst/>
              <a:rect l="l" t="t" r="r" b="b"/>
              <a:pathLst>
                <a:path w="46506" h="14087" extrusionOk="0">
                  <a:moveTo>
                    <a:pt x="0" y="0"/>
                  </a:moveTo>
                  <a:lnTo>
                    <a:pt x="0" y="14087"/>
                  </a:lnTo>
                  <a:lnTo>
                    <a:pt x="42197" y="14087"/>
                  </a:lnTo>
                  <a:cubicBezTo>
                    <a:pt x="42197" y="10228"/>
                    <a:pt x="43612" y="5532"/>
                    <a:pt x="46507"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28" name="Google Shape;328;p29">
              <a:extLst>
                <a:ext uri="{FF2B5EF4-FFF2-40B4-BE49-F238E27FC236}">
                  <a16:creationId xmlns:a16="http://schemas.microsoft.com/office/drawing/2014/main" id="{4D3CFC1C-6BB6-4695-FBDA-23B34A527247}"/>
                </a:ext>
              </a:extLst>
            </p:cNvPr>
            <p:cNvSpPr/>
            <p:nvPr/>
          </p:nvSpPr>
          <p:spPr>
            <a:xfrm>
              <a:off x="3995124" y="2839659"/>
              <a:ext cx="138168" cy="35699"/>
            </a:xfrm>
            <a:custGeom>
              <a:avLst/>
              <a:gdLst/>
              <a:ahLst/>
              <a:cxnLst/>
              <a:rect l="l" t="t" r="r" b="b"/>
              <a:pathLst>
                <a:path w="138168" h="35699" extrusionOk="0">
                  <a:moveTo>
                    <a:pt x="138169" y="1479"/>
                  </a:moveTo>
                  <a:lnTo>
                    <a:pt x="92627" y="1479"/>
                  </a:lnTo>
                  <a:cubicBezTo>
                    <a:pt x="81756" y="20455"/>
                    <a:pt x="53711" y="19555"/>
                    <a:pt x="43998" y="0"/>
                  </a:cubicBezTo>
                  <a:lnTo>
                    <a:pt x="43998" y="1479"/>
                  </a:lnTo>
                  <a:lnTo>
                    <a:pt x="0" y="1479"/>
                  </a:lnTo>
                  <a:lnTo>
                    <a:pt x="0" y="35700"/>
                  </a:lnTo>
                  <a:lnTo>
                    <a:pt x="138169" y="35700"/>
                  </a:lnTo>
                  <a:lnTo>
                    <a:pt x="138169" y="147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29" name="Google Shape;329;p29">
              <a:extLst>
                <a:ext uri="{FF2B5EF4-FFF2-40B4-BE49-F238E27FC236}">
                  <a16:creationId xmlns:a16="http://schemas.microsoft.com/office/drawing/2014/main" id="{C17FDFEF-BB1F-7D52-EFB5-FB777FBC050C}"/>
                </a:ext>
              </a:extLst>
            </p:cNvPr>
            <p:cNvSpPr/>
            <p:nvPr/>
          </p:nvSpPr>
          <p:spPr>
            <a:xfrm>
              <a:off x="4086143" y="2813028"/>
              <a:ext cx="46506" cy="14087"/>
            </a:xfrm>
            <a:custGeom>
              <a:avLst/>
              <a:gdLst/>
              <a:ahLst/>
              <a:cxnLst/>
              <a:rect l="l" t="t" r="r" b="b"/>
              <a:pathLst>
                <a:path w="46506" h="14087" extrusionOk="0">
                  <a:moveTo>
                    <a:pt x="46507" y="14087"/>
                  </a:moveTo>
                  <a:lnTo>
                    <a:pt x="46507" y="0"/>
                  </a:lnTo>
                  <a:lnTo>
                    <a:pt x="0" y="0"/>
                  </a:lnTo>
                  <a:cubicBezTo>
                    <a:pt x="2895" y="5532"/>
                    <a:pt x="4310" y="10163"/>
                    <a:pt x="4310" y="14087"/>
                  </a:cubicBezTo>
                  <a:lnTo>
                    <a:pt x="46507" y="140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30" name="Google Shape;330;p29">
              <a:extLst>
                <a:ext uri="{FF2B5EF4-FFF2-40B4-BE49-F238E27FC236}">
                  <a16:creationId xmlns:a16="http://schemas.microsoft.com/office/drawing/2014/main" id="{5AB59F0C-7638-A6D1-AC04-BA847ECD3F2C}"/>
                </a:ext>
              </a:extLst>
            </p:cNvPr>
            <p:cNvSpPr/>
            <p:nvPr/>
          </p:nvSpPr>
          <p:spPr>
            <a:xfrm>
              <a:off x="4050057" y="2803380"/>
              <a:ext cx="27659" cy="37549"/>
            </a:xfrm>
            <a:custGeom>
              <a:avLst/>
              <a:gdLst/>
              <a:ahLst/>
              <a:cxnLst/>
              <a:rect l="l" t="t" r="r" b="b"/>
              <a:pathLst>
                <a:path w="27659" h="37549" extrusionOk="0">
                  <a:moveTo>
                    <a:pt x="27659" y="23800"/>
                  </a:moveTo>
                  <a:cubicBezTo>
                    <a:pt x="27659" y="19426"/>
                    <a:pt x="21163" y="9134"/>
                    <a:pt x="13830" y="0"/>
                  </a:cubicBezTo>
                  <a:cubicBezTo>
                    <a:pt x="6497" y="9134"/>
                    <a:pt x="0" y="19426"/>
                    <a:pt x="0" y="23800"/>
                  </a:cubicBezTo>
                  <a:cubicBezTo>
                    <a:pt x="772" y="42133"/>
                    <a:pt x="26888" y="42133"/>
                    <a:pt x="27595" y="23800"/>
                  </a:cubicBezTo>
                  <a:lnTo>
                    <a:pt x="27595" y="2380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31" name="Google Shape;331;p29">
              <a:extLst>
                <a:ext uri="{FF2B5EF4-FFF2-40B4-BE49-F238E27FC236}">
                  <a16:creationId xmlns:a16="http://schemas.microsoft.com/office/drawing/2014/main" id="{391AF367-DEEB-F951-2760-83A3BE1434E6}"/>
                </a:ext>
              </a:extLst>
            </p:cNvPr>
            <p:cNvSpPr/>
            <p:nvPr/>
          </p:nvSpPr>
          <p:spPr>
            <a:xfrm>
              <a:off x="4132649" y="2737254"/>
              <a:ext cx="14087" cy="14087"/>
            </a:xfrm>
            <a:custGeom>
              <a:avLst/>
              <a:gdLst/>
              <a:ahLst/>
              <a:cxnLst/>
              <a:rect l="l" t="t" r="r" b="b"/>
              <a:pathLst>
                <a:path w="14087" h="14087" extrusionOk="0">
                  <a:moveTo>
                    <a:pt x="0" y="0"/>
                  </a:moveTo>
                  <a:lnTo>
                    <a:pt x="14087" y="0"/>
                  </a:lnTo>
                  <a:lnTo>
                    <a:pt x="14087" y="14087"/>
                  </a:lnTo>
                  <a:lnTo>
                    <a:pt x="0" y="140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32" name="Google Shape;332;p29">
              <a:extLst>
                <a:ext uri="{FF2B5EF4-FFF2-40B4-BE49-F238E27FC236}">
                  <a16:creationId xmlns:a16="http://schemas.microsoft.com/office/drawing/2014/main" id="{E3541CD1-34E5-C3CC-7CC8-0CD86EA23D50}"/>
                </a:ext>
              </a:extLst>
            </p:cNvPr>
            <p:cNvSpPr/>
            <p:nvPr/>
          </p:nvSpPr>
          <p:spPr>
            <a:xfrm>
              <a:off x="3981037" y="2737254"/>
              <a:ext cx="14087" cy="14087"/>
            </a:xfrm>
            <a:custGeom>
              <a:avLst/>
              <a:gdLst/>
              <a:ahLst/>
              <a:cxnLst/>
              <a:rect l="l" t="t" r="r" b="b"/>
              <a:pathLst>
                <a:path w="14087" h="14087" extrusionOk="0">
                  <a:moveTo>
                    <a:pt x="0" y="0"/>
                  </a:moveTo>
                  <a:lnTo>
                    <a:pt x="14087" y="0"/>
                  </a:lnTo>
                  <a:lnTo>
                    <a:pt x="14087" y="14087"/>
                  </a:lnTo>
                  <a:lnTo>
                    <a:pt x="0" y="140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33" name="Google Shape;333;p29">
              <a:extLst>
                <a:ext uri="{FF2B5EF4-FFF2-40B4-BE49-F238E27FC236}">
                  <a16:creationId xmlns:a16="http://schemas.microsoft.com/office/drawing/2014/main" id="{22DC5E73-E68D-8339-5698-50C283381593}"/>
                </a:ext>
              </a:extLst>
            </p:cNvPr>
            <p:cNvSpPr/>
            <p:nvPr/>
          </p:nvSpPr>
          <p:spPr>
            <a:xfrm>
              <a:off x="4132649" y="2875423"/>
              <a:ext cx="14087" cy="14087"/>
            </a:xfrm>
            <a:custGeom>
              <a:avLst/>
              <a:gdLst/>
              <a:ahLst/>
              <a:cxnLst/>
              <a:rect l="l" t="t" r="r" b="b"/>
              <a:pathLst>
                <a:path w="14087" h="14087" extrusionOk="0">
                  <a:moveTo>
                    <a:pt x="0" y="0"/>
                  </a:moveTo>
                  <a:lnTo>
                    <a:pt x="14087" y="0"/>
                  </a:lnTo>
                  <a:lnTo>
                    <a:pt x="14087" y="14087"/>
                  </a:lnTo>
                  <a:lnTo>
                    <a:pt x="0" y="140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34" name="Google Shape;334;p29">
              <a:extLst>
                <a:ext uri="{FF2B5EF4-FFF2-40B4-BE49-F238E27FC236}">
                  <a16:creationId xmlns:a16="http://schemas.microsoft.com/office/drawing/2014/main" id="{1F0D7EDD-A039-159C-02A0-E769CC62E6A9}"/>
                </a:ext>
              </a:extLst>
            </p:cNvPr>
            <p:cNvSpPr/>
            <p:nvPr/>
          </p:nvSpPr>
          <p:spPr>
            <a:xfrm>
              <a:off x="3981037" y="2875423"/>
              <a:ext cx="14087" cy="14087"/>
            </a:xfrm>
            <a:custGeom>
              <a:avLst/>
              <a:gdLst/>
              <a:ahLst/>
              <a:cxnLst/>
              <a:rect l="l" t="t" r="r" b="b"/>
              <a:pathLst>
                <a:path w="14087" h="14087" extrusionOk="0">
                  <a:moveTo>
                    <a:pt x="0" y="0"/>
                  </a:moveTo>
                  <a:lnTo>
                    <a:pt x="14087" y="0"/>
                  </a:lnTo>
                  <a:lnTo>
                    <a:pt x="14087" y="14087"/>
                  </a:lnTo>
                  <a:lnTo>
                    <a:pt x="0" y="140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35" name="Google Shape;335;p29">
              <a:extLst>
                <a:ext uri="{FF2B5EF4-FFF2-40B4-BE49-F238E27FC236}">
                  <a16:creationId xmlns:a16="http://schemas.microsoft.com/office/drawing/2014/main" id="{4859DD82-D6F7-18CE-D41C-7896EEC3CA36}"/>
                </a:ext>
              </a:extLst>
            </p:cNvPr>
            <p:cNvSpPr/>
            <p:nvPr/>
          </p:nvSpPr>
          <p:spPr>
            <a:xfrm>
              <a:off x="4084985" y="2682193"/>
              <a:ext cx="27530" cy="14087"/>
            </a:xfrm>
            <a:custGeom>
              <a:avLst/>
              <a:gdLst/>
              <a:ahLst/>
              <a:cxnLst/>
              <a:rect l="l" t="t" r="r" b="b"/>
              <a:pathLst>
                <a:path w="27530" h="14087" extrusionOk="0">
                  <a:moveTo>
                    <a:pt x="0" y="0"/>
                  </a:moveTo>
                  <a:lnTo>
                    <a:pt x="27531" y="0"/>
                  </a:lnTo>
                  <a:lnTo>
                    <a:pt x="27531" y="14087"/>
                  </a:lnTo>
                  <a:lnTo>
                    <a:pt x="0" y="140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36" name="Google Shape;336;p29">
              <a:extLst>
                <a:ext uri="{FF2B5EF4-FFF2-40B4-BE49-F238E27FC236}">
                  <a16:creationId xmlns:a16="http://schemas.microsoft.com/office/drawing/2014/main" id="{8B10CB4F-D395-F9C0-3775-83DF3CCE582A}"/>
                </a:ext>
              </a:extLst>
            </p:cNvPr>
            <p:cNvSpPr/>
            <p:nvPr/>
          </p:nvSpPr>
          <p:spPr>
            <a:xfrm>
              <a:off x="3981037" y="2709659"/>
              <a:ext cx="165699" cy="28173"/>
            </a:xfrm>
            <a:custGeom>
              <a:avLst/>
              <a:gdLst/>
              <a:ahLst/>
              <a:cxnLst/>
              <a:rect l="l" t="t" r="r" b="b"/>
              <a:pathLst>
                <a:path w="165699" h="28173" extrusionOk="0">
                  <a:moveTo>
                    <a:pt x="165700" y="14087"/>
                  </a:moveTo>
                  <a:lnTo>
                    <a:pt x="165700" y="0"/>
                  </a:lnTo>
                  <a:lnTo>
                    <a:pt x="0" y="0"/>
                  </a:lnTo>
                  <a:lnTo>
                    <a:pt x="0" y="14087"/>
                  </a:lnTo>
                  <a:lnTo>
                    <a:pt x="14087" y="14087"/>
                  </a:lnTo>
                  <a:lnTo>
                    <a:pt x="14087" y="28174"/>
                  </a:lnTo>
                  <a:lnTo>
                    <a:pt x="152256" y="28174"/>
                  </a:lnTo>
                  <a:lnTo>
                    <a:pt x="152256" y="14087"/>
                  </a:lnTo>
                  <a:lnTo>
                    <a:pt x="165700" y="140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337" name="Google Shape;337;p29">
            <a:extLst>
              <a:ext uri="{FF2B5EF4-FFF2-40B4-BE49-F238E27FC236}">
                <a16:creationId xmlns:a16="http://schemas.microsoft.com/office/drawing/2014/main" id="{203DE3F5-ABCD-F192-F28B-1B3942C4B5D5}"/>
              </a:ext>
            </a:extLst>
          </p:cNvPr>
          <p:cNvSpPr/>
          <p:nvPr/>
        </p:nvSpPr>
        <p:spPr>
          <a:xfrm rot="5400000" flipH="1">
            <a:off x="3488756" y="3696463"/>
            <a:ext cx="818700" cy="818700"/>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grpSp>
        <p:nvGrpSpPr>
          <p:cNvPr id="338" name="Google Shape;338;p29">
            <a:extLst>
              <a:ext uri="{FF2B5EF4-FFF2-40B4-BE49-F238E27FC236}">
                <a16:creationId xmlns:a16="http://schemas.microsoft.com/office/drawing/2014/main" id="{35691551-BB93-0CCC-5CBC-4B27539F9642}"/>
              </a:ext>
            </a:extLst>
          </p:cNvPr>
          <p:cNvGrpSpPr/>
          <p:nvPr/>
        </p:nvGrpSpPr>
        <p:grpSpPr>
          <a:xfrm>
            <a:off x="3671357" y="3914249"/>
            <a:ext cx="453498" cy="383128"/>
            <a:chOff x="4797249" y="2657428"/>
            <a:chExt cx="234912" cy="198440"/>
          </a:xfrm>
        </p:grpSpPr>
        <p:sp>
          <p:nvSpPr>
            <p:cNvPr id="339" name="Google Shape;339;p29">
              <a:extLst>
                <a:ext uri="{FF2B5EF4-FFF2-40B4-BE49-F238E27FC236}">
                  <a16:creationId xmlns:a16="http://schemas.microsoft.com/office/drawing/2014/main" id="{D618B2C4-469F-E982-3B71-83143695DD62}"/>
                </a:ext>
              </a:extLst>
            </p:cNvPr>
            <p:cNvSpPr/>
            <p:nvPr/>
          </p:nvSpPr>
          <p:spPr>
            <a:xfrm>
              <a:off x="4938441" y="2657428"/>
              <a:ext cx="93720" cy="60207"/>
            </a:xfrm>
            <a:custGeom>
              <a:avLst/>
              <a:gdLst/>
              <a:ahLst/>
              <a:cxnLst/>
              <a:rect l="l" t="t" r="r" b="b"/>
              <a:pathLst>
                <a:path w="93720" h="60207" extrusionOk="0">
                  <a:moveTo>
                    <a:pt x="55126" y="10356"/>
                  </a:moveTo>
                  <a:lnTo>
                    <a:pt x="44770" y="0"/>
                  </a:lnTo>
                  <a:lnTo>
                    <a:pt x="34992" y="9777"/>
                  </a:lnTo>
                  <a:lnTo>
                    <a:pt x="44834" y="19619"/>
                  </a:lnTo>
                  <a:lnTo>
                    <a:pt x="0" y="60208"/>
                  </a:lnTo>
                  <a:lnTo>
                    <a:pt x="65418" y="60208"/>
                  </a:lnTo>
                  <a:lnTo>
                    <a:pt x="74616" y="49337"/>
                  </a:lnTo>
                  <a:lnTo>
                    <a:pt x="83943" y="58664"/>
                  </a:lnTo>
                  <a:lnTo>
                    <a:pt x="93721" y="48887"/>
                  </a:lnTo>
                  <a:cubicBezTo>
                    <a:pt x="92756" y="47922"/>
                    <a:pt x="56348" y="11514"/>
                    <a:pt x="55126" y="10292"/>
                  </a:cubicBezTo>
                  <a:lnTo>
                    <a:pt x="55126" y="1029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40" name="Google Shape;340;p29">
              <a:extLst>
                <a:ext uri="{FF2B5EF4-FFF2-40B4-BE49-F238E27FC236}">
                  <a16:creationId xmlns:a16="http://schemas.microsoft.com/office/drawing/2014/main" id="{CC0DB073-B577-7C2D-9850-62624032236B}"/>
                </a:ext>
              </a:extLst>
            </p:cNvPr>
            <p:cNvSpPr/>
            <p:nvPr/>
          </p:nvSpPr>
          <p:spPr>
            <a:xfrm>
              <a:off x="4811272" y="2731079"/>
              <a:ext cx="207317" cy="27530"/>
            </a:xfrm>
            <a:custGeom>
              <a:avLst/>
              <a:gdLst/>
              <a:ahLst/>
              <a:cxnLst/>
              <a:rect l="l" t="t" r="r" b="b"/>
              <a:pathLst>
                <a:path w="207317" h="27530" extrusionOk="0">
                  <a:moveTo>
                    <a:pt x="0" y="6883"/>
                  </a:moveTo>
                  <a:cubicBezTo>
                    <a:pt x="0" y="13830"/>
                    <a:pt x="708" y="20777"/>
                    <a:pt x="2123" y="27531"/>
                  </a:cubicBezTo>
                  <a:lnTo>
                    <a:pt x="205195" y="27531"/>
                  </a:lnTo>
                  <a:cubicBezTo>
                    <a:pt x="206546" y="20777"/>
                    <a:pt x="207318" y="13830"/>
                    <a:pt x="207318" y="6883"/>
                  </a:cubicBezTo>
                  <a:lnTo>
                    <a:pt x="207318" y="0"/>
                  </a:lnTo>
                  <a:lnTo>
                    <a:pt x="64" y="0"/>
                  </a:lnTo>
                  <a:lnTo>
                    <a:pt x="64" y="68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41" name="Google Shape;341;p29">
              <a:extLst>
                <a:ext uri="{FF2B5EF4-FFF2-40B4-BE49-F238E27FC236}">
                  <a16:creationId xmlns:a16="http://schemas.microsoft.com/office/drawing/2014/main" id="{37FF0842-601D-4CAA-9221-51236D9E2766}"/>
                </a:ext>
              </a:extLst>
            </p:cNvPr>
            <p:cNvSpPr/>
            <p:nvPr/>
          </p:nvSpPr>
          <p:spPr>
            <a:xfrm>
              <a:off x="4817383" y="2772697"/>
              <a:ext cx="195095" cy="41553"/>
            </a:xfrm>
            <a:custGeom>
              <a:avLst/>
              <a:gdLst/>
              <a:ahLst/>
              <a:cxnLst/>
              <a:rect l="l" t="t" r="r" b="b"/>
              <a:pathLst>
                <a:path w="195095" h="41553" extrusionOk="0">
                  <a:moveTo>
                    <a:pt x="27466" y="41554"/>
                  </a:moveTo>
                  <a:lnTo>
                    <a:pt x="167694" y="41554"/>
                  </a:lnTo>
                  <a:cubicBezTo>
                    <a:pt x="179915" y="30233"/>
                    <a:pt x="189435" y="16081"/>
                    <a:pt x="195096" y="0"/>
                  </a:cubicBezTo>
                  <a:lnTo>
                    <a:pt x="0" y="0"/>
                  </a:lnTo>
                  <a:cubicBezTo>
                    <a:pt x="5661" y="16017"/>
                    <a:pt x="15116" y="30168"/>
                    <a:pt x="27402" y="41554"/>
                  </a:cubicBezTo>
                  <a:lnTo>
                    <a:pt x="27402" y="4155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42" name="Google Shape;342;p29">
              <a:extLst>
                <a:ext uri="{FF2B5EF4-FFF2-40B4-BE49-F238E27FC236}">
                  <a16:creationId xmlns:a16="http://schemas.microsoft.com/office/drawing/2014/main" id="{2A862110-E2BB-FCFE-0177-A8C8399569A7}"/>
                </a:ext>
              </a:extLst>
            </p:cNvPr>
            <p:cNvSpPr/>
            <p:nvPr/>
          </p:nvSpPr>
          <p:spPr>
            <a:xfrm>
              <a:off x="4859579" y="2828338"/>
              <a:ext cx="110637" cy="27530"/>
            </a:xfrm>
            <a:custGeom>
              <a:avLst/>
              <a:gdLst/>
              <a:ahLst/>
              <a:cxnLst/>
              <a:rect l="l" t="t" r="r" b="b"/>
              <a:pathLst>
                <a:path w="110637" h="27530" extrusionOk="0">
                  <a:moveTo>
                    <a:pt x="0" y="0"/>
                  </a:moveTo>
                  <a:lnTo>
                    <a:pt x="110638" y="0"/>
                  </a:lnTo>
                  <a:lnTo>
                    <a:pt x="110638" y="27531"/>
                  </a:lnTo>
                  <a:lnTo>
                    <a:pt x="0" y="27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43" name="Google Shape;343;p29">
              <a:extLst>
                <a:ext uri="{FF2B5EF4-FFF2-40B4-BE49-F238E27FC236}">
                  <a16:creationId xmlns:a16="http://schemas.microsoft.com/office/drawing/2014/main" id="{C5B2B85C-9373-C8F2-A413-9CF27C2102D8}"/>
                </a:ext>
              </a:extLst>
            </p:cNvPr>
            <p:cNvSpPr/>
            <p:nvPr/>
          </p:nvSpPr>
          <p:spPr>
            <a:xfrm>
              <a:off x="4852890" y="2682836"/>
              <a:ext cx="41553" cy="34799"/>
            </a:xfrm>
            <a:custGeom>
              <a:avLst/>
              <a:gdLst/>
              <a:ahLst/>
              <a:cxnLst/>
              <a:rect l="l" t="t" r="r" b="b"/>
              <a:pathLst>
                <a:path w="41553" h="34799" extrusionOk="0">
                  <a:moveTo>
                    <a:pt x="41554" y="21420"/>
                  </a:moveTo>
                  <a:lnTo>
                    <a:pt x="41554" y="0"/>
                  </a:lnTo>
                  <a:lnTo>
                    <a:pt x="34028" y="0"/>
                  </a:lnTo>
                  <a:cubicBezTo>
                    <a:pt x="15245" y="0"/>
                    <a:pt x="0" y="15245"/>
                    <a:pt x="0" y="34028"/>
                  </a:cubicBezTo>
                  <a:lnTo>
                    <a:pt x="0" y="34800"/>
                  </a:lnTo>
                  <a:lnTo>
                    <a:pt x="38852" y="34800"/>
                  </a:lnTo>
                  <a:cubicBezTo>
                    <a:pt x="40589" y="30683"/>
                    <a:pt x="41554" y="26180"/>
                    <a:pt x="41554" y="21420"/>
                  </a:cubicBezTo>
                  <a:lnTo>
                    <a:pt x="41554" y="2142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44" name="Google Shape;344;p29">
              <a:extLst>
                <a:ext uri="{FF2B5EF4-FFF2-40B4-BE49-F238E27FC236}">
                  <a16:creationId xmlns:a16="http://schemas.microsoft.com/office/drawing/2014/main" id="{9DC0A6DA-A6D8-3B89-9D14-90B2B8F0D4A7}"/>
                </a:ext>
              </a:extLst>
            </p:cNvPr>
            <p:cNvSpPr/>
            <p:nvPr/>
          </p:nvSpPr>
          <p:spPr>
            <a:xfrm>
              <a:off x="4797249" y="2682836"/>
              <a:ext cx="41553" cy="34799"/>
            </a:xfrm>
            <a:custGeom>
              <a:avLst/>
              <a:gdLst/>
              <a:ahLst/>
              <a:cxnLst/>
              <a:rect l="l" t="t" r="r" b="b"/>
              <a:pathLst>
                <a:path w="41553" h="34799" extrusionOk="0">
                  <a:moveTo>
                    <a:pt x="7526" y="0"/>
                  </a:moveTo>
                  <a:lnTo>
                    <a:pt x="0" y="0"/>
                  </a:lnTo>
                  <a:lnTo>
                    <a:pt x="0" y="21420"/>
                  </a:lnTo>
                  <a:cubicBezTo>
                    <a:pt x="0" y="26180"/>
                    <a:pt x="965" y="30683"/>
                    <a:pt x="2702" y="34800"/>
                  </a:cubicBezTo>
                  <a:lnTo>
                    <a:pt x="41554" y="34800"/>
                  </a:lnTo>
                  <a:lnTo>
                    <a:pt x="41554" y="34028"/>
                  </a:lnTo>
                  <a:cubicBezTo>
                    <a:pt x="41554" y="15245"/>
                    <a:pt x="26309" y="0"/>
                    <a:pt x="752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345" name="Google Shape;345;p29">
            <a:extLst>
              <a:ext uri="{FF2B5EF4-FFF2-40B4-BE49-F238E27FC236}">
                <a16:creationId xmlns:a16="http://schemas.microsoft.com/office/drawing/2014/main" id="{0A1BBAB4-D1C4-3A60-2CE7-DFC3F1908850}"/>
              </a:ext>
            </a:extLst>
          </p:cNvPr>
          <p:cNvSpPr/>
          <p:nvPr/>
        </p:nvSpPr>
        <p:spPr>
          <a:xfrm rot="5400000">
            <a:off x="3488769" y="1237375"/>
            <a:ext cx="818700" cy="818700"/>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346" name="Google Shape;346;p29">
            <a:extLst>
              <a:ext uri="{FF2B5EF4-FFF2-40B4-BE49-F238E27FC236}">
                <a16:creationId xmlns:a16="http://schemas.microsoft.com/office/drawing/2014/main" id="{3834C3EA-1FB9-DF99-BB3F-5D6907A9DA46}"/>
              </a:ext>
            </a:extLst>
          </p:cNvPr>
          <p:cNvSpPr/>
          <p:nvPr/>
        </p:nvSpPr>
        <p:spPr>
          <a:xfrm>
            <a:off x="3733279" y="1446733"/>
            <a:ext cx="329679" cy="399984"/>
          </a:xfrm>
          <a:custGeom>
            <a:avLst/>
            <a:gdLst/>
            <a:ahLst/>
            <a:cxnLst/>
            <a:rect l="l" t="t" r="r" b="b"/>
            <a:pathLst>
              <a:path w="193360" h="234595" extrusionOk="0">
                <a:moveTo>
                  <a:pt x="179530" y="146083"/>
                </a:moveTo>
                <a:lnTo>
                  <a:pt x="179530" y="88513"/>
                </a:lnTo>
                <a:cubicBezTo>
                  <a:pt x="187571" y="85682"/>
                  <a:pt x="193360" y="77963"/>
                  <a:pt x="193360" y="68958"/>
                </a:cubicBezTo>
                <a:cubicBezTo>
                  <a:pt x="193424" y="51783"/>
                  <a:pt x="173226" y="42070"/>
                  <a:pt x="159911" y="52684"/>
                </a:cubicBezTo>
                <a:lnTo>
                  <a:pt x="116878" y="25346"/>
                </a:lnTo>
                <a:cubicBezTo>
                  <a:pt x="119966" y="12610"/>
                  <a:pt x="109802" y="-191"/>
                  <a:pt x="96680" y="2"/>
                </a:cubicBezTo>
                <a:cubicBezTo>
                  <a:pt x="83558" y="-191"/>
                  <a:pt x="73395" y="12674"/>
                  <a:pt x="76482" y="25346"/>
                </a:cubicBezTo>
                <a:lnTo>
                  <a:pt x="33449" y="52684"/>
                </a:lnTo>
                <a:cubicBezTo>
                  <a:pt x="20134" y="42070"/>
                  <a:pt x="-128" y="51783"/>
                  <a:pt x="1" y="68958"/>
                </a:cubicBezTo>
                <a:cubicBezTo>
                  <a:pt x="1" y="77963"/>
                  <a:pt x="5790" y="85618"/>
                  <a:pt x="13830" y="88513"/>
                </a:cubicBezTo>
                <a:lnTo>
                  <a:pt x="13830" y="146083"/>
                </a:lnTo>
                <a:cubicBezTo>
                  <a:pt x="5790" y="148913"/>
                  <a:pt x="1" y="156632"/>
                  <a:pt x="1" y="165638"/>
                </a:cubicBezTo>
                <a:cubicBezTo>
                  <a:pt x="-64" y="182812"/>
                  <a:pt x="20134" y="192525"/>
                  <a:pt x="33449" y="181912"/>
                </a:cubicBezTo>
                <a:lnTo>
                  <a:pt x="76482" y="209249"/>
                </a:lnTo>
                <a:cubicBezTo>
                  <a:pt x="73395" y="221986"/>
                  <a:pt x="83558" y="234786"/>
                  <a:pt x="96680" y="234593"/>
                </a:cubicBezTo>
                <a:cubicBezTo>
                  <a:pt x="109802" y="234786"/>
                  <a:pt x="119966" y="221921"/>
                  <a:pt x="116878" y="209249"/>
                </a:cubicBezTo>
                <a:lnTo>
                  <a:pt x="159911" y="181912"/>
                </a:lnTo>
                <a:cubicBezTo>
                  <a:pt x="173226" y="192525"/>
                  <a:pt x="193488" y="182812"/>
                  <a:pt x="193360" y="165638"/>
                </a:cubicBezTo>
                <a:cubicBezTo>
                  <a:pt x="193360" y="156632"/>
                  <a:pt x="187571" y="148978"/>
                  <a:pt x="179530" y="146147"/>
                </a:cubicBezTo>
                <a:lnTo>
                  <a:pt x="179530" y="146147"/>
                </a:lnTo>
                <a:close/>
                <a:moveTo>
                  <a:pt x="151613" y="165702"/>
                </a:moveTo>
                <a:cubicBezTo>
                  <a:pt x="151613" y="167310"/>
                  <a:pt x="151806" y="168854"/>
                  <a:pt x="152128" y="170397"/>
                </a:cubicBezTo>
                <a:lnTo>
                  <a:pt x="108966" y="197864"/>
                </a:lnTo>
                <a:cubicBezTo>
                  <a:pt x="107229" y="196513"/>
                  <a:pt x="105235" y="195420"/>
                  <a:pt x="103113" y="194648"/>
                </a:cubicBezTo>
                <a:lnTo>
                  <a:pt x="103113" y="136820"/>
                </a:lnTo>
                <a:cubicBezTo>
                  <a:pt x="112697" y="133604"/>
                  <a:pt x="118936" y="122733"/>
                  <a:pt x="116428" y="112570"/>
                </a:cubicBezTo>
                <a:lnTo>
                  <a:pt x="159589" y="85103"/>
                </a:lnTo>
                <a:cubicBezTo>
                  <a:pt x="161326" y="86454"/>
                  <a:pt x="163320" y="87612"/>
                  <a:pt x="165443" y="88320"/>
                </a:cubicBezTo>
                <a:lnTo>
                  <a:pt x="165443" y="146147"/>
                </a:lnTo>
                <a:cubicBezTo>
                  <a:pt x="157402" y="148978"/>
                  <a:pt x="151613" y="156696"/>
                  <a:pt x="151613" y="165766"/>
                </a:cubicBezTo>
                <a:lnTo>
                  <a:pt x="151613" y="165766"/>
                </a:lnTo>
                <a:close/>
                <a:moveTo>
                  <a:pt x="27274" y="146083"/>
                </a:moveTo>
                <a:lnTo>
                  <a:pt x="27274" y="88255"/>
                </a:lnTo>
                <a:cubicBezTo>
                  <a:pt x="29397" y="87483"/>
                  <a:pt x="31391" y="86390"/>
                  <a:pt x="33128" y="85039"/>
                </a:cubicBezTo>
                <a:lnTo>
                  <a:pt x="76289" y="112505"/>
                </a:lnTo>
                <a:cubicBezTo>
                  <a:pt x="73781" y="122733"/>
                  <a:pt x="80020" y="133540"/>
                  <a:pt x="89605" y="136756"/>
                </a:cubicBezTo>
                <a:lnTo>
                  <a:pt x="89605" y="194583"/>
                </a:lnTo>
                <a:cubicBezTo>
                  <a:pt x="87482" y="195355"/>
                  <a:pt x="85488" y="196449"/>
                  <a:pt x="83751" y="197800"/>
                </a:cubicBezTo>
                <a:lnTo>
                  <a:pt x="40589" y="170333"/>
                </a:lnTo>
                <a:cubicBezTo>
                  <a:pt x="43098" y="160106"/>
                  <a:pt x="36859" y="149299"/>
                  <a:pt x="27274" y="146083"/>
                </a:cubicBezTo>
                <a:lnTo>
                  <a:pt x="27274" y="146083"/>
                </a:lnTo>
                <a:close/>
                <a:moveTo>
                  <a:pt x="109223" y="36860"/>
                </a:moveTo>
                <a:lnTo>
                  <a:pt x="152256" y="64262"/>
                </a:lnTo>
                <a:cubicBezTo>
                  <a:pt x="151549" y="67221"/>
                  <a:pt x="151549" y="70630"/>
                  <a:pt x="152256" y="73589"/>
                </a:cubicBezTo>
                <a:lnTo>
                  <a:pt x="109223" y="100991"/>
                </a:lnTo>
                <a:cubicBezTo>
                  <a:pt x="102148" y="95138"/>
                  <a:pt x="90827" y="95138"/>
                  <a:pt x="83687" y="100991"/>
                </a:cubicBezTo>
                <a:lnTo>
                  <a:pt x="40654" y="73589"/>
                </a:lnTo>
                <a:cubicBezTo>
                  <a:pt x="41361" y="70630"/>
                  <a:pt x="41361" y="67221"/>
                  <a:pt x="40654" y="64262"/>
                </a:cubicBezTo>
                <a:lnTo>
                  <a:pt x="83687" y="36860"/>
                </a:lnTo>
                <a:cubicBezTo>
                  <a:pt x="90762" y="42713"/>
                  <a:pt x="102083" y="42713"/>
                  <a:pt x="109223" y="36860"/>
                </a:cubicBezTo>
                <a:lnTo>
                  <a:pt x="109223" y="3686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47" name="Google Shape;347;p29">
            <a:extLst>
              <a:ext uri="{FF2B5EF4-FFF2-40B4-BE49-F238E27FC236}">
                <a16:creationId xmlns:a16="http://schemas.microsoft.com/office/drawing/2014/main" id="{9CC6834E-5F6B-13FE-AA6D-60AD576A460B}"/>
              </a:ext>
            </a:extLst>
          </p:cNvPr>
          <p:cNvSpPr/>
          <p:nvPr/>
        </p:nvSpPr>
        <p:spPr>
          <a:xfrm rot="-5400000">
            <a:off x="4826444" y="3696463"/>
            <a:ext cx="818700" cy="818700"/>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348" name="Google Shape;348;p29">
            <a:extLst>
              <a:ext uri="{FF2B5EF4-FFF2-40B4-BE49-F238E27FC236}">
                <a16:creationId xmlns:a16="http://schemas.microsoft.com/office/drawing/2014/main" id="{B16F7D32-C33E-59F5-624F-F54282DFED48}"/>
              </a:ext>
            </a:extLst>
          </p:cNvPr>
          <p:cNvSpPr/>
          <p:nvPr/>
        </p:nvSpPr>
        <p:spPr>
          <a:xfrm>
            <a:off x="5009139" y="3918692"/>
            <a:ext cx="453309" cy="374242"/>
          </a:xfrm>
          <a:custGeom>
            <a:avLst/>
            <a:gdLst/>
            <a:ahLst/>
            <a:cxnLst/>
            <a:rect l="l" t="t" r="r" b="b"/>
            <a:pathLst>
              <a:path w="234875" h="193908" extrusionOk="0">
                <a:moveTo>
                  <a:pt x="223073" y="130806"/>
                </a:moveTo>
                <a:lnTo>
                  <a:pt x="220372" y="126368"/>
                </a:lnTo>
                <a:cubicBezTo>
                  <a:pt x="216898" y="120579"/>
                  <a:pt x="214325" y="114725"/>
                  <a:pt x="212846" y="108936"/>
                </a:cubicBezTo>
                <a:cubicBezTo>
                  <a:pt x="208793" y="93563"/>
                  <a:pt x="194899" y="83013"/>
                  <a:pt x="178883" y="83271"/>
                </a:cubicBezTo>
                <a:cubicBezTo>
                  <a:pt x="161451" y="83657"/>
                  <a:pt x="152124" y="104562"/>
                  <a:pt x="163766" y="117555"/>
                </a:cubicBezTo>
                <a:lnTo>
                  <a:pt x="153410" y="126690"/>
                </a:lnTo>
                <a:cubicBezTo>
                  <a:pt x="147557" y="120128"/>
                  <a:pt x="144469" y="111638"/>
                  <a:pt x="144791" y="102825"/>
                </a:cubicBezTo>
                <a:cubicBezTo>
                  <a:pt x="144984" y="96907"/>
                  <a:pt x="146656" y="91311"/>
                  <a:pt x="149679" y="86294"/>
                </a:cubicBezTo>
                <a:cubicBezTo>
                  <a:pt x="141703" y="81984"/>
                  <a:pt x="133019" y="79025"/>
                  <a:pt x="124078" y="77546"/>
                </a:cubicBezTo>
                <a:lnTo>
                  <a:pt x="124078" y="40945"/>
                </a:lnTo>
                <a:cubicBezTo>
                  <a:pt x="137458" y="45898"/>
                  <a:pt x="152381" y="35413"/>
                  <a:pt x="152188" y="21069"/>
                </a:cubicBezTo>
                <a:cubicBezTo>
                  <a:pt x="152252" y="2929"/>
                  <a:pt x="130318" y="-6719"/>
                  <a:pt x="117067" y="5374"/>
                </a:cubicBezTo>
                <a:cubicBezTo>
                  <a:pt x="103752" y="-6719"/>
                  <a:pt x="81882" y="2929"/>
                  <a:pt x="81946" y="21069"/>
                </a:cubicBezTo>
                <a:cubicBezTo>
                  <a:pt x="81753" y="35413"/>
                  <a:pt x="96676" y="45898"/>
                  <a:pt x="110056" y="40945"/>
                </a:cubicBezTo>
                <a:lnTo>
                  <a:pt x="110056" y="76002"/>
                </a:lnTo>
                <a:cubicBezTo>
                  <a:pt x="71976" y="76002"/>
                  <a:pt x="39813" y="102246"/>
                  <a:pt x="30744" y="138011"/>
                </a:cubicBezTo>
                <a:cubicBezTo>
                  <a:pt x="9710" y="118327"/>
                  <a:pt x="8809" y="84428"/>
                  <a:pt x="29457" y="63523"/>
                </a:cubicBezTo>
                <a:cubicBezTo>
                  <a:pt x="39106" y="53746"/>
                  <a:pt x="51971" y="48342"/>
                  <a:pt x="65672" y="48342"/>
                </a:cubicBezTo>
                <a:lnTo>
                  <a:pt x="69145" y="48342"/>
                </a:lnTo>
                <a:lnTo>
                  <a:pt x="69145" y="34899"/>
                </a:lnTo>
                <a:lnTo>
                  <a:pt x="65672" y="34899"/>
                </a:lnTo>
                <a:cubicBezTo>
                  <a:pt x="48111" y="34899"/>
                  <a:pt x="31644" y="41717"/>
                  <a:pt x="19229" y="54132"/>
                </a:cubicBezTo>
                <a:cubicBezTo>
                  <a:pt x="-9781" y="83142"/>
                  <a:pt x="-5214" y="130871"/>
                  <a:pt x="27849" y="154220"/>
                </a:cubicBezTo>
                <a:cubicBezTo>
                  <a:pt x="26948" y="169530"/>
                  <a:pt x="29328" y="178213"/>
                  <a:pt x="35311" y="190049"/>
                </a:cubicBezTo>
                <a:lnTo>
                  <a:pt x="37240" y="193909"/>
                </a:lnTo>
                <a:lnTo>
                  <a:pt x="96612" y="193909"/>
                </a:lnTo>
                <a:cubicBezTo>
                  <a:pt x="105939" y="193523"/>
                  <a:pt x="105939" y="180207"/>
                  <a:pt x="96612" y="179821"/>
                </a:cubicBezTo>
                <a:lnTo>
                  <a:pt x="66186" y="179821"/>
                </a:lnTo>
                <a:lnTo>
                  <a:pt x="71332" y="164384"/>
                </a:lnTo>
                <a:cubicBezTo>
                  <a:pt x="73970" y="156536"/>
                  <a:pt x="73326" y="148174"/>
                  <a:pt x="69660" y="140777"/>
                </a:cubicBezTo>
                <a:lnTo>
                  <a:pt x="82267" y="134473"/>
                </a:lnTo>
                <a:cubicBezTo>
                  <a:pt x="87156" y="144250"/>
                  <a:pt x="88314" y="155250"/>
                  <a:pt x="85612" y="165734"/>
                </a:cubicBezTo>
                <a:lnTo>
                  <a:pt x="96483" y="165734"/>
                </a:lnTo>
                <a:cubicBezTo>
                  <a:pt x="110570" y="165541"/>
                  <a:pt x="120926" y="180143"/>
                  <a:pt x="116038" y="193265"/>
                </a:cubicBezTo>
                <a:lnTo>
                  <a:pt x="234845" y="193265"/>
                </a:lnTo>
                <a:lnTo>
                  <a:pt x="234845" y="186383"/>
                </a:lnTo>
                <a:cubicBezTo>
                  <a:pt x="234845" y="185032"/>
                  <a:pt x="234845" y="183681"/>
                  <a:pt x="234845" y="182266"/>
                </a:cubicBezTo>
                <a:cubicBezTo>
                  <a:pt x="234974" y="169208"/>
                  <a:pt x="235231" y="151261"/>
                  <a:pt x="223202" y="130871"/>
                </a:cubicBezTo>
                <a:lnTo>
                  <a:pt x="223202" y="130871"/>
                </a:lnTo>
                <a:close/>
                <a:moveTo>
                  <a:pt x="131090" y="14058"/>
                </a:moveTo>
                <a:cubicBezTo>
                  <a:pt x="134885" y="14058"/>
                  <a:pt x="137972" y="17145"/>
                  <a:pt x="137972" y="20940"/>
                </a:cubicBezTo>
                <a:cubicBezTo>
                  <a:pt x="137587" y="30074"/>
                  <a:pt x="124529" y="30074"/>
                  <a:pt x="124143" y="20940"/>
                </a:cubicBezTo>
                <a:cubicBezTo>
                  <a:pt x="124143" y="17145"/>
                  <a:pt x="127230" y="14058"/>
                  <a:pt x="131025" y="14058"/>
                </a:cubicBezTo>
                <a:lnTo>
                  <a:pt x="131025" y="14058"/>
                </a:lnTo>
                <a:close/>
                <a:moveTo>
                  <a:pt x="103494" y="27887"/>
                </a:moveTo>
                <a:cubicBezTo>
                  <a:pt x="99699" y="27887"/>
                  <a:pt x="96612" y="24800"/>
                  <a:pt x="96612" y="21004"/>
                </a:cubicBezTo>
                <a:cubicBezTo>
                  <a:pt x="96998" y="11871"/>
                  <a:pt x="110056" y="11871"/>
                  <a:pt x="110442" y="21004"/>
                </a:cubicBezTo>
                <a:cubicBezTo>
                  <a:pt x="110442" y="24800"/>
                  <a:pt x="107354" y="27887"/>
                  <a:pt x="103559" y="27887"/>
                </a:cubicBezTo>
                <a:lnTo>
                  <a:pt x="103559" y="27887"/>
                </a:lnTo>
                <a:close/>
                <a:moveTo>
                  <a:pt x="193098" y="152291"/>
                </a:moveTo>
                <a:lnTo>
                  <a:pt x="179011" y="152291"/>
                </a:lnTo>
                <a:lnTo>
                  <a:pt x="179011" y="138204"/>
                </a:lnTo>
                <a:lnTo>
                  <a:pt x="193098" y="138204"/>
                </a:lnTo>
                <a:lnTo>
                  <a:pt x="193098" y="15229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49" name="Google Shape;349;p29">
            <a:extLst>
              <a:ext uri="{FF2B5EF4-FFF2-40B4-BE49-F238E27FC236}">
                <a16:creationId xmlns:a16="http://schemas.microsoft.com/office/drawing/2014/main" id="{AED7E9BC-B786-C7EB-948F-C6411AE51275}"/>
              </a:ext>
            </a:extLst>
          </p:cNvPr>
          <p:cNvSpPr/>
          <p:nvPr/>
        </p:nvSpPr>
        <p:spPr>
          <a:xfrm rot="-2700000" flipH="1">
            <a:off x="5345554" y="2466830"/>
            <a:ext cx="818830" cy="818830"/>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grpSp>
        <p:nvGrpSpPr>
          <p:cNvPr id="350" name="Google Shape;350;p29">
            <a:extLst>
              <a:ext uri="{FF2B5EF4-FFF2-40B4-BE49-F238E27FC236}">
                <a16:creationId xmlns:a16="http://schemas.microsoft.com/office/drawing/2014/main" id="{62CED416-9A89-E8D9-BBE7-4F81F3870107}"/>
              </a:ext>
            </a:extLst>
          </p:cNvPr>
          <p:cNvGrpSpPr/>
          <p:nvPr/>
        </p:nvGrpSpPr>
        <p:grpSpPr>
          <a:xfrm>
            <a:off x="5590134" y="2669464"/>
            <a:ext cx="329669" cy="413379"/>
            <a:chOff x="6316849" y="2657106"/>
            <a:chExt cx="187312" cy="234848"/>
          </a:xfrm>
        </p:grpSpPr>
        <p:sp>
          <p:nvSpPr>
            <p:cNvPr id="351" name="Google Shape;351;p29">
              <a:extLst>
                <a:ext uri="{FF2B5EF4-FFF2-40B4-BE49-F238E27FC236}">
                  <a16:creationId xmlns:a16="http://schemas.microsoft.com/office/drawing/2014/main" id="{71C2C135-301E-935B-5A66-A0A30847C512}"/>
                </a:ext>
              </a:extLst>
            </p:cNvPr>
            <p:cNvSpPr/>
            <p:nvPr/>
          </p:nvSpPr>
          <p:spPr>
            <a:xfrm>
              <a:off x="6366106" y="2657106"/>
              <a:ext cx="41229" cy="48371"/>
            </a:xfrm>
            <a:custGeom>
              <a:avLst/>
              <a:gdLst/>
              <a:ahLst/>
              <a:cxnLst/>
              <a:rect l="l" t="t" r="r" b="b"/>
              <a:pathLst>
                <a:path w="41229" h="48371" extrusionOk="0">
                  <a:moveTo>
                    <a:pt x="29862" y="39238"/>
                  </a:moveTo>
                  <a:cubicBezTo>
                    <a:pt x="49095" y="29396"/>
                    <a:pt x="42534" y="322"/>
                    <a:pt x="20599" y="0"/>
                  </a:cubicBezTo>
                  <a:cubicBezTo>
                    <a:pt x="-4230" y="707"/>
                    <a:pt x="-7703" y="35121"/>
                    <a:pt x="16161" y="40975"/>
                  </a:cubicBezTo>
                  <a:lnTo>
                    <a:pt x="17062" y="48372"/>
                  </a:lnTo>
                  <a:lnTo>
                    <a:pt x="30955" y="48372"/>
                  </a:lnTo>
                  <a:lnTo>
                    <a:pt x="29798" y="3923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52" name="Google Shape;352;p29">
              <a:extLst>
                <a:ext uri="{FF2B5EF4-FFF2-40B4-BE49-F238E27FC236}">
                  <a16:creationId xmlns:a16="http://schemas.microsoft.com/office/drawing/2014/main" id="{00CE1748-E547-E3F0-4E43-195B988E5429}"/>
                </a:ext>
              </a:extLst>
            </p:cNvPr>
            <p:cNvSpPr/>
            <p:nvPr/>
          </p:nvSpPr>
          <p:spPr>
            <a:xfrm>
              <a:off x="6393459" y="2801579"/>
              <a:ext cx="16402" cy="19812"/>
            </a:xfrm>
            <a:custGeom>
              <a:avLst/>
              <a:gdLst/>
              <a:ahLst/>
              <a:cxnLst/>
              <a:rect l="l" t="t" r="r" b="b"/>
              <a:pathLst>
                <a:path w="16402" h="19812" extrusionOk="0">
                  <a:moveTo>
                    <a:pt x="64" y="0"/>
                  </a:moveTo>
                  <a:lnTo>
                    <a:pt x="1994" y="15631"/>
                  </a:lnTo>
                  <a:cubicBezTo>
                    <a:pt x="6175" y="17239"/>
                    <a:pt x="10742" y="18718"/>
                    <a:pt x="16403" y="19812"/>
                  </a:cubicBezTo>
                  <a:lnTo>
                    <a:pt x="14602" y="5275"/>
                  </a:lnTo>
                  <a:cubicBezTo>
                    <a:pt x="10163" y="4117"/>
                    <a:pt x="6497" y="2637"/>
                    <a:pt x="2702" y="1158"/>
                  </a:cubicBezTo>
                  <a:cubicBezTo>
                    <a:pt x="1801" y="772"/>
                    <a:pt x="901" y="450"/>
                    <a:pt x="0" y="64"/>
                  </a:cubicBezTo>
                  <a:lnTo>
                    <a:pt x="0" y="6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53" name="Google Shape;353;p29">
              <a:extLst>
                <a:ext uri="{FF2B5EF4-FFF2-40B4-BE49-F238E27FC236}">
                  <a16:creationId xmlns:a16="http://schemas.microsoft.com/office/drawing/2014/main" id="{462CFC58-4F9D-B27F-688E-D6711D9969A9}"/>
                </a:ext>
              </a:extLst>
            </p:cNvPr>
            <p:cNvSpPr/>
            <p:nvPr/>
          </p:nvSpPr>
          <p:spPr>
            <a:xfrm>
              <a:off x="6316849" y="2705414"/>
              <a:ext cx="76481" cy="96293"/>
            </a:xfrm>
            <a:custGeom>
              <a:avLst/>
              <a:gdLst/>
              <a:ahLst/>
              <a:cxnLst/>
              <a:rect l="l" t="t" r="r" b="b"/>
              <a:pathLst>
                <a:path w="76481" h="96293" extrusionOk="0">
                  <a:moveTo>
                    <a:pt x="0" y="0"/>
                  </a:moveTo>
                  <a:lnTo>
                    <a:pt x="35121" y="43933"/>
                  </a:lnTo>
                  <a:lnTo>
                    <a:pt x="35121" y="89925"/>
                  </a:lnTo>
                  <a:lnTo>
                    <a:pt x="42068" y="89925"/>
                  </a:lnTo>
                  <a:cubicBezTo>
                    <a:pt x="58857" y="89925"/>
                    <a:pt x="68184" y="93013"/>
                    <a:pt x="76482" y="96294"/>
                  </a:cubicBezTo>
                  <a:lnTo>
                    <a:pt x="66190" y="64"/>
                  </a:lnTo>
                  <a:lnTo>
                    <a:pt x="0" y="6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54" name="Google Shape;354;p29">
              <a:extLst>
                <a:ext uri="{FF2B5EF4-FFF2-40B4-BE49-F238E27FC236}">
                  <a16:creationId xmlns:a16="http://schemas.microsoft.com/office/drawing/2014/main" id="{67B1C4EF-0EAB-95EC-954B-CEB86231E533}"/>
                </a:ext>
              </a:extLst>
            </p:cNvPr>
            <p:cNvSpPr/>
            <p:nvPr/>
          </p:nvSpPr>
          <p:spPr>
            <a:xfrm>
              <a:off x="6397061" y="2705414"/>
              <a:ext cx="107100" cy="103767"/>
            </a:xfrm>
            <a:custGeom>
              <a:avLst/>
              <a:gdLst/>
              <a:ahLst/>
              <a:cxnLst/>
              <a:rect l="l" t="t" r="r" b="b"/>
              <a:pathLst>
                <a:path w="107100" h="103767" extrusionOk="0">
                  <a:moveTo>
                    <a:pt x="107100" y="27531"/>
                  </a:moveTo>
                  <a:lnTo>
                    <a:pt x="107100" y="0"/>
                  </a:lnTo>
                  <a:lnTo>
                    <a:pt x="0" y="0"/>
                  </a:lnTo>
                  <a:lnTo>
                    <a:pt x="10935" y="101440"/>
                  </a:lnTo>
                  <a:cubicBezTo>
                    <a:pt x="28046" y="105942"/>
                    <a:pt x="49916" y="103562"/>
                    <a:pt x="63038" y="97323"/>
                  </a:cubicBezTo>
                  <a:cubicBezTo>
                    <a:pt x="72172" y="93656"/>
                    <a:pt x="81563" y="89925"/>
                    <a:pt x="100153" y="89925"/>
                  </a:cubicBezTo>
                  <a:lnTo>
                    <a:pt x="107036" y="89925"/>
                  </a:lnTo>
                  <a:lnTo>
                    <a:pt x="107036" y="69149"/>
                  </a:lnTo>
                  <a:lnTo>
                    <a:pt x="79505" y="69149"/>
                  </a:lnTo>
                  <a:lnTo>
                    <a:pt x="79505" y="55062"/>
                  </a:lnTo>
                  <a:lnTo>
                    <a:pt x="107036" y="55062"/>
                  </a:lnTo>
                  <a:lnTo>
                    <a:pt x="107036" y="41618"/>
                  </a:lnTo>
                  <a:lnTo>
                    <a:pt x="79505" y="41618"/>
                  </a:lnTo>
                  <a:lnTo>
                    <a:pt x="79505" y="27531"/>
                  </a:lnTo>
                  <a:lnTo>
                    <a:pt x="107036" y="27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55" name="Google Shape;355;p29">
              <a:extLst>
                <a:ext uri="{FF2B5EF4-FFF2-40B4-BE49-F238E27FC236}">
                  <a16:creationId xmlns:a16="http://schemas.microsoft.com/office/drawing/2014/main" id="{FB05F81C-2F8F-823C-4F56-A00BE3174DE9}"/>
                </a:ext>
              </a:extLst>
            </p:cNvPr>
            <p:cNvSpPr/>
            <p:nvPr/>
          </p:nvSpPr>
          <p:spPr>
            <a:xfrm>
              <a:off x="6352549" y="2808783"/>
              <a:ext cx="151612" cy="83171"/>
            </a:xfrm>
            <a:custGeom>
              <a:avLst/>
              <a:gdLst/>
              <a:ahLst/>
              <a:cxnLst/>
              <a:rect l="l" t="t" r="r" b="b"/>
              <a:pathLst>
                <a:path w="151612" h="83171" extrusionOk="0">
                  <a:moveTo>
                    <a:pt x="48308" y="35507"/>
                  </a:moveTo>
                  <a:lnTo>
                    <a:pt x="43162" y="8169"/>
                  </a:lnTo>
                  <a:cubicBezTo>
                    <a:pt x="41682" y="7590"/>
                    <a:pt x="40203" y="7012"/>
                    <a:pt x="38788" y="6432"/>
                  </a:cubicBezTo>
                  <a:cubicBezTo>
                    <a:pt x="30554" y="3152"/>
                    <a:pt x="22771" y="0"/>
                    <a:pt x="6883" y="0"/>
                  </a:cubicBezTo>
                  <a:lnTo>
                    <a:pt x="0" y="0"/>
                  </a:lnTo>
                  <a:lnTo>
                    <a:pt x="0" y="83172"/>
                  </a:lnTo>
                  <a:lnTo>
                    <a:pt x="151613" y="83172"/>
                  </a:lnTo>
                  <a:lnTo>
                    <a:pt x="151613" y="0"/>
                  </a:lnTo>
                  <a:lnTo>
                    <a:pt x="144730" y="0"/>
                  </a:lnTo>
                  <a:cubicBezTo>
                    <a:pt x="128842" y="0"/>
                    <a:pt x="121059" y="3152"/>
                    <a:pt x="112825" y="6432"/>
                  </a:cubicBezTo>
                  <a:cubicBezTo>
                    <a:pt x="99188" y="12865"/>
                    <a:pt x="77511" y="16081"/>
                    <a:pt x="57570" y="12350"/>
                  </a:cubicBezTo>
                  <a:lnTo>
                    <a:pt x="61944" y="33770"/>
                  </a:lnTo>
                  <a:lnTo>
                    <a:pt x="48243" y="3550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356" name="Google Shape;356;p29">
            <a:extLst>
              <a:ext uri="{FF2B5EF4-FFF2-40B4-BE49-F238E27FC236}">
                <a16:creationId xmlns:a16="http://schemas.microsoft.com/office/drawing/2014/main" id="{9C8CDFAD-2616-85CD-1BA0-2596458318A3}"/>
              </a:ext>
            </a:extLst>
          </p:cNvPr>
          <p:cNvSpPr/>
          <p:nvPr/>
        </p:nvSpPr>
        <p:spPr>
          <a:xfrm rot="2700000">
            <a:off x="2979616" y="2466830"/>
            <a:ext cx="818830" cy="818830"/>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grpSp>
        <p:nvGrpSpPr>
          <p:cNvPr id="357" name="Google Shape;357;p29">
            <a:extLst>
              <a:ext uri="{FF2B5EF4-FFF2-40B4-BE49-F238E27FC236}">
                <a16:creationId xmlns:a16="http://schemas.microsoft.com/office/drawing/2014/main" id="{E793B683-92A9-335E-1AAA-A8FAF77BA3A6}"/>
              </a:ext>
            </a:extLst>
          </p:cNvPr>
          <p:cNvGrpSpPr/>
          <p:nvPr/>
        </p:nvGrpSpPr>
        <p:grpSpPr>
          <a:xfrm>
            <a:off x="3162285" y="2675927"/>
            <a:ext cx="453493" cy="400453"/>
            <a:chOff x="3364679" y="3416456"/>
            <a:chExt cx="234849" cy="207381"/>
          </a:xfrm>
        </p:grpSpPr>
        <p:grpSp>
          <p:nvGrpSpPr>
            <p:cNvPr id="358" name="Google Shape;358;p29">
              <a:extLst>
                <a:ext uri="{FF2B5EF4-FFF2-40B4-BE49-F238E27FC236}">
                  <a16:creationId xmlns:a16="http://schemas.microsoft.com/office/drawing/2014/main" id="{0D525A76-4962-B97C-735A-BDCFE697FDB3}"/>
                </a:ext>
              </a:extLst>
            </p:cNvPr>
            <p:cNvGrpSpPr/>
            <p:nvPr/>
          </p:nvGrpSpPr>
          <p:grpSpPr>
            <a:xfrm>
              <a:off x="3364679" y="3472096"/>
              <a:ext cx="234849" cy="151741"/>
              <a:chOff x="3364679" y="3472096"/>
              <a:chExt cx="234849" cy="151741"/>
            </a:xfrm>
          </p:grpSpPr>
          <p:sp>
            <p:nvSpPr>
              <p:cNvPr id="359" name="Google Shape;359;p29">
                <a:extLst>
                  <a:ext uri="{FF2B5EF4-FFF2-40B4-BE49-F238E27FC236}">
                    <a16:creationId xmlns:a16="http://schemas.microsoft.com/office/drawing/2014/main" id="{78D7A7AA-1228-ACEB-9092-8BB4D8641813}"/>
                  </a:ext>
                </a:extLst>
              </p:cNvPr>
              <p:cNvSpPr/>
              <p:nvPr/>
            </p:nvSpPr>
            <p:spPr>
              <a:xfrm>
                <a:off x="3530379" y="3472096"/>
                <a:ext cx="69149" cy="151612"/>
              </a:xfrm>
              <a:custGeom>
                <a:avLst/>
                <a:gdLst/>
                <a:ahLst/>
                <a:cxnLst/>
                <a:rect l="l" t="t" r="r" b="b"/>
                <a:pathLst>
                  <a:path w="69149" h="151612" extrusionOk="0">
                    <a:moveTo>
                      <a:pt x="69149" y="48243"/>
                    </a:moveTo>
                    <a:lnTo>
                      <a:pt x="69149" y="0"/>
                    </a:lnTo>
                    <a:lnTo>
                      <a:pt x="55062" y="0"/>
                    </a:lnTo>
                    <a:lnTo>
                      <a:pt x="55062" y="14087"/>
                    </a:lnTo>
                    <a:lnTo>
                      <a:pt x="14088" y="14087"/>
                    </a:lnTo>
                    <a:lnTo>
                      <a:pt x="14088" y="0"/>
                    </a:lnTo>
                    <a:lnTo>
                      <a:pt x="1" y="0"/>
                    </a:lnTo>
                    <a:lnTo>
                      <a:pt x="1" y="48243"/>
                    </a:lnTo>
                    <a:cubicBezTo>
                      <a:pt x="1" y="48243"/>
                      <a:pt x="5404" y="69535"/>
                      <a:pt x="13766" y="75838"/>
                    </a:cubicBezTo>
                    <a:cubicBezTo>
                      <a:pt x="5404" y="82142"/>
                      <a:pt x="-64" y="92177"/>
                      <a:pt x="1" y="103434"/>
                    </a:cubicBezTo>
                    <a:lnTo>
                      <a:pt x="1" y="151612"/>
                    </a:lnTo>
                    <a:lnTo>
                      <a:pt x="14088" y="151612"/>
                    </a:lnTo>
                    <a:lnTo>
                      <a:pt x="14088" y="137525"/>
                    </a:lnTo>
                    <a:lnTo>
                      <a:pt x="55062" y="137525"/>
                    </a:lnTo>
                    <a:lnTo>
                      <a:pt x="55062" y="151612"/>
                    </a:lnTo>
                    <a:lnTo>
                      <a:pt x="69149" y="151612"/>
                    </a:lnTo>
                    <a:lnTo>
                      <a:pt x="69149" y="103434"/>
                    </a:lnTo>
                    <a:cubicBezTo>
                      <a:pt x="69021" y="92177"/>
                      <a:pt x="63617" y="82142"/>
                      <a:pt x="55191" y="75838"/>
                    </a:cubicBezTo>
                    <a:cubicBezTo>
                      <a:pt x="63553" y="69535"/>
                      <a:pt x="69021" y="59500"/>
                      <a:pt x="69021" y="48243"/>
                    </a:cubicBezTo>
                    <a:lnTo>
                      <a:pt x="69149" y="48243"/>
                    </a:lnTo>
                    <a:close/>
                    <a:moveTo>
                      <a:pt x="55127" y="27531"/>
                    </a:moveTo>
                    <a:lnTo>
                      <a:pt x="55127" y="41618"/>
                    </a:lnTo>
                    <a:lnTo>
                      <a:pt x="13573" y="41618"/>
                    </a:lnTo>
                    <a:lnTo>
                      <a:pt x="13573" y="27531"/>
                    </a:lnTo>
                    <a:lnTo>
                      <a:pt x="55127" y="27531"/>
                    </a:lnTo>
                    <a:close/>
                    <a:moveTo>
                      <a:pt x="13509" y="124146"/>
                    </a:moveTo>
                    <a:lnTo>
                      <a:pt x="13509" y="110059"/>
                    </a:lnTo>
                    <a:lnTo>
                      <a:pt x="55062" y="110059"/>
                    </a:lnTo>
                    <a:lnTo>
                      <a:pt x="55062" y="124146"/>
                    </a:lnTo>
                    <a:lnTo>
                      <a:pt x="13509" y="124146"/>
                    </a:lnTo>
                    <a:close/>
                    <a:moveTo>
                      <a:pt x="54033" y="96615"/>
                    </a:moveTo>
                    <a:lnTo>
                      <a:pt x="14988" y="96615"/>
                    </a:lnTo>
                    <a:cubicBezTo>
                      <a:pt x="21485" y="78283"/>
                      <a:pt x="47536" y="78347"/>
                      <a:pt x="54033" y="96615"/>
                    </a:cubicBezTo>
                    <a:lnTo>
                      <a:pt x="54033" y="96615"/>
                    </a:lnTo>
                    <a:close/>
                    <a:moveTo>
                      <a:pt x="14988" y="54997"/>
                    </a:moveTo>
                    <a:lnTo>
                      <a:pt x="54033" y="54997"/>
                    </a:lnTo>
                    <a:cubicBezTo>
                      <a:pt x="47472" y="73330"/>
                      <a:pt x="21485" y="73265"/>
                      <a:pt x="14988" y="54997"/>
                    </a:cubicBezTo>
                    <a:lnTo>
                      <a:pt x="14988" y="5499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60" name="Google Shape;360;p29">
                <a:extLst>
                  <a:ext uri="{FF2B5EF4-FFF2-40B4-BE49-F238E27FC236}">
                    <a16:creationId xmlns:a16="http://schemas.microsoft.com/office/drawing/2014/main" id="{C0D7121C-9644-87CC-2FBE-5A1AB6EE5A81}"/>
                  </a:ext>
                </a:extLst>
              </p:cNvPr>
              <p:cNvSpPr/>
              <p:nvPr/>
            </p:nvSpPr>
            <p:spPr>
              <a:xfrm>
                <a:off x="3364679" y="3534298"/>
                <a:ext cx="151936" cy="89539"/>
              </a:xfrm>
              <a:custGeom>
                <a:avLst/>
                <a:gdLst/>
                <a:ahLst/>
                <a:cxnLst/>
                <a:rect l="l" t="t" r="r" b="b"/>
                <a:pathLst>
                  <a:path w="151936" h="89539" extrusionOk="0">
                    <a:moveTo>
                      <a:pt x="75968" y="13637"/>
                    </a:moveTo>
                    <a:cubicBezTo>
                      <a:pt x="36280" y="13637"/>
                      <a:pt x="32999" y="1672"/>
                      <a:pt x="1223" y="0"/>
                    </a:cubicBezTo>
                    <a:cubicBezTo>
                      <a:pt x="-7203" y="46957"/>
                      <a:pt x="29011" y="89540"/>
                      <a:pt x="75968" y="89540"/>
                    </a:cubicBezTo>
                    <a:cubicBezTo>
                      <a:pt x="122925" y="89540"/>
                      <a:pt x="159140" y="46957"/>
                      <a:pt x="150713" y="0"/>
                    </a:cubicBezTo>
                    <a:cubicBezTo>
                      <a:pt x="118937" y="1672"/>
                      <a:pt x="115592" y="13637"/>
                      <a:pt x="75968" y="13637"/>
                    </a:cubicBezTo>
                    <a:lnTo>
                      <a:pt x="75968" y="13637"/>
                    </a:lnTo>
                    <a:close/>
                    <a:moveTo>
                      <a:pt x="55127" y="41103"/>
                    </a:moveTo>
                    <a:lnTo>
                      <a:pt x="41040" y="41103"/>
                    </a:lnTo>
                    <a:lnTo>
                      <a:pt x="41040" y="27016"/>
                    </a:lnTo>
                    <a:lnTo>
                      <a:pt x="55127" y="27016"/>
                    </a:lnTo>
                    <a:lnTo>
                      <a:pt x="55127" y="41103"/>
                    </a:lnTo>
                    <a:close/>
                    <a:moveTo>
                      <a:pt x="83237" y="61944"/>
                    </a:moveTo>
                    <a:lnTo>
                      <a:pt x="69150" y="61944"/>
                    </a:lnTo>
                    <a:lnTo>
                      <a:pt x="69150" y="47857"/>
                    </a:lnTo>
                    <a:lnTo>
                      <a:pt x="83237" y="47857"/>
                    </a:lnTo>
                    <a:lnTo>
                      <a:pt x="83237" y="61944"/>
                    </a:lnTo>
                    <a:close/>
                    <a:moveTo>
                      <a:pt x="110768" y="41103"/>
                    </a:moveTo>
                    <a:lnTo>
                      <a:pt x="96681" y="41103"/>
                    </a:lnTo>
                    <a:lnTo>
                      <a:pt x="96681" y="27016"/>
                    </a:lnTo>
                    <a:lnTo>
                      <a:pt x="110768" y="27016"/>
                    </a:lnTo>
                    <a:lnTo>
                      <a:pt x="110768" y="4110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361" name="Google Shape;361;p29">
              <a:extLst>
                <a:ext uri="{FF2B5EF4-FFF2-40B4-BE49-F238E27FC236}">
                  <a16:creationId xmlns:a16="http://schemas.microsoft.com/office/drawing/2014/main" id="{1BEA7B34-7BE8-CB69-6524-29BA97CA9400}"/>
                </a:ext>
              </a:extLst>
            </p:cNvPr>
            <p:cNvSpPr/>
            <p:nvPr/>
          </p:nvSpPr>
          <p:spPr>
            <a:xfrm>
              <a:off x="3369955" y="3416456"/>
              <a:ext cx="141320" cy="117651"/>
            </a:xfrm>
            <a:custGeom>
              <a:avLst/>
              <a:gdLst/>
              <a:ahLst/>
              <a:cxnLst/>
              <a:rect l="l" t="t" r="r" b="b"/>
              <a:pathLst>
                <a:path w="141320" h="117651" extrusionOk="0">
                  <a:moveTo>
                    <a:pt x="70628" y="117649"/>
                  </a:moveTo>
                  <a:cubicBezTo>
                    <a:pt x="105685" y="117778"/>
                    <a:pt x="109094" y="106843"/>
                    <a:pt x="141321" y="104270"/>
                  </a:cubicBezTo>
                  <a:cubicBezTo>
                    <a:pt x="134052" y="85294"/>
                    <a:pt x="118872" y="68763"/>
                    <a:pt x="98159" y="60722"/>
                  </a:cubicBezTo>
                  <a:lnTo>
                    <a:pt x="98159" y="14087"/>
                  </a:lnTo>
                  <a:lnTo>
                    <a:pt x="112246" y="14087"/>
                  </a:lnTo>
                  <a:lnTo>
                    <a:pt x="112246" y="0"/>
                  </a:lnTo>
                  <a:lnTo>
                    <a:pt x="29075" y="0"/>
                  </a:lnTo>
                  <a:lnTo>
                    <a:pt x="29075" y="14087"/>
                  </a:lnTo>
                  <a:lnTo>
                    <a:pt x="43162" y="14087"/>
                  </a:lnTo>
                  <a:lnTo>
                    <a:pt x="43162" y="60722"/>
                  </a:lnTo>
                  <a:cubicBezTo>
                    <a:pt x="22514" y="68763"/>
                    <a:pt x="7269" y="85294"/>
                    <a:pt x="0" y="104270"/>
                  </a:cubicBezTo>
                  <a:cubicBezTo>
                    <a:pt x="32227" y="106843"/>
                    <a:pt x="35571" y="117842"/>
                    <a:pt x="70693" y="117649"/>
                  </a:cubicBezTo>
                  <a:lnTo>
                    <a:pt x="70693" y="11764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3691969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32">
          <a:extLst>
            <a:ext uri="{FF2B5EF4-FFF2-40B4-BE49-F238E27FC236}">
              <a16:creationId xmlns:a16="http://schemas.microsoft.com/office/drawing/2014/main" id="{2CB0D23F-B260-50C8-E6B4-21FFDEB2B236}"/>
            </a:ext>
          </a:extLst>
        </p:cNvPr>
        <p:cNvGrpSpPr/>
        <p:nvPr/>
      </p:nvGrpSpPr>
      <p:grpSpPr>
        <a:xfrm>
          <a:off x="0" y="0"/>
          <a:ext cx="0" cy="0"/>
          <a:chOff x="0" y="0"/>
          <a:chExt cx="0" cy="0"/>
        </a:xfrm>
      </p:grpSpPr>
      <p:sp>
        <p:nvSpPr>
          <p:cNvPr id="833" name="Google Shape;833;p42">
            <a:extLst>
              <a:ext uri="{FF2B5EF4-FFF2-40B4-BE49-F238E27FC236}">
                <a16:creationId xmlns:a16="http://schemas.microsoft.com/office/drawing/2014/main" id="{BFA87591-DA54-198F-1C33-69638109EA22}"/>
              </a:ext>
            </a:extLst>
          </p:cNvPr>
          <p:cNvSpPr txBox="1">
            <a:spLocks noGrp="1"/>
          </p:cNvSpPr>
          <p:nvPr>
            <p:ph type="title"/>
          </p:nvPr>
        </p:nvSpPr>
        <p:spPr>
          <a:xfrm>
            <a:off x="714513" y="-41989"/>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Result Evaluation</a:t>
            </a:r>
            <a:endParaRPr dirty="0"/>
          </a:p>
        </p:txBody>
      </p:sp>
      <p:grpSp>
        <p:nvGrpSpPr>
          <p:cNvPr id="835" name="Google Shape;835;p42">
            <a:extLst>
              <a:ext uri="{FF2B5EF4-FFF2-40B4-BE49-F238E27FC236}">
                <a16:creationId xmlns:a16="http://schemas.microsoft.com/office/drawing/2014/main" id="{8148FC02-2DAE-01C6-7599-6E60D35A5EE6}"/>
              </a:ext>
            </a:extLst>
          </p:cNvPr>
          <p:cNvGrpSpPr/>
          <p:nvPr/>
        </p:nvGrpSpPr>
        <p:grpSpPr>
          <a:xfrm>
            <a:off x="0" y="3733700"/>
            <a:ext cx="2226100" cy="874800"/>
            <a:chOff x="0" y="-176475"/>
            <a:chExt cx="2226100" cy="874800"/>
          </a:xfrm>
        </p:grpSpPr>
        <p:sp>
          <p:nvSpPr>
            <p:cNvPr id="836" name="Google Shape;836;p42">
              <a:extLst>
                <a:ext uri="{FF2B5EF4-FFF2-40B4-BE49-F238E27FC236}">
                  <a16:creationId xmlns:a16="http://schemas.microsoft.com/office/drawing/2014/main" id="{D87C4CC6-E3F4-B18B-C39C-DC9F74D89AFB}"/>
                </a:ext>
              </a:extLst>
            </p:cNvPr>
            <p:cNvSpPr/>
            <p:nvPr/>
          </p:nvSpPr>
          <p:spPr>
            <a:xfrm>
              <a:off x="1351300" y="-176475"/>
              <a:ext cx="874800" cy="8748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Hind"/>
                <a:ea typeface="Hind"/>
                <a:cs typeface="Hind"/>
                <a:sym typeface="Hind"/>
              </a:endParaRPr>
            </a:p>
          </p:txBody>
        </p:sp>
        <p:sp>
          <p:nvSpPr>
            <p:cNvPr id="837" name="Google Shape;837;p42">
              <a:extLst>
                <a:ext uri="{FF2B5EF4-FFF2-40B4-BE49-F238E27FC236}">
                  <a16:creationId xmlns:a16="http://schemas.microsoft.com/office/drawing/2014/main" id="{BBAAA604-1F7A-960F-E44A-4AD2467DB257}"/>
                </a:ext>
              </a:extLst>
            </p:cNvPr>
            <p:cNvSpPr/>
            <p:nvPr/>
          </p:nvSpPr>
          <p:spPr>
            <a:xfrm>
              <a:off x="261000" y="130475"/>
              <a:ext cx="1237200" cy="2610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Hind"/>
                <a:ea typeface="Hind"/>
                <a:cs typeface="Hind"/>
                <a:sym typeface="Hind"/>
              </a:endParaRPr>
            </a:p>
          </p:txBody>
        </p:sp>
        <p:cxnSp>
          <p:nvCxnSpPr>
            <p:cNvPr id="838" name="Google Shape;838;p42">
              <a:extLst>
                <a:ext uri="{FF2B5EF4-FFF2-40B4-BE49-F238E27FC236}">
                  <a16:creationId xmlns:a16="http://schemas.microsoft.com/office/drawing/2014/main" id="{71BF4D3B-60DF-C907-BA1B-AD72FB9E12F6}"/>
                </a:ext>
              </a:extLst>
            </p:cNvPr>
            <p:cNvCxnSpPr/>
            <p:nvPr/>
          </p:nvCxnSpPr>
          <p:spPr>
            <a:xfrm>
              <a:off x="0" y="260950"/>
              <a:ext cx="1789500" cy="0"/>
            </a:xfrm>
            <a:prstGeom prst="straightConnector1">
              <a:avLst/>
            </a:prstGeom>
            <a:noFill/>
            <a:ln w="19050" cap="flat" cmpd="sng">
              <a:solidFill>
                <a:schemeClr val="dk1"/>
              </a:solidFill>
              <a:prstDash val="solid"/>
              <a:round/>
              <a:headEnd type="none" w="med" len="med"/>
              <a:tailEnd type="none" w="med" len="med"/>
            </a:ln>
          </p:spPr>
        </p:cxnSp>
      </p:grpSp>
      <p:pic>
        <p:nvPicPr>
          <p:cNvPr id="2" name="图片 1">
            <a:extLst>
              <a:ext uri="{FF2B5EF4-FFF2-40B4-BE49-F238E27FC236}">
                <a16:creationId xmlns:a16="http://schemas.microsoft.com/office/drawing/2014/main" id="{3B52A84F-8883-D436-2891-5AAB915FB413}"/>
              </a:ext>
            </a:extLst>
          </p:cNvPr>
          <p:cNvPicPr>
            <a:picLocks noChangeAspect="1"/>
          </p:cNvPicPr>
          <p:nvPr/>
        </p:nvPicPr>
        <p:blipFill>
          <a:blip r:embed="rId3"/>
          <a:stretch>
            <a:fillRect/>
          </a:stretch>
        </p:blipFill>
        <p:spPr>
          <a:xfrm>
            <a:off x="2226100" y="629808"/>
            <a:ext cx="5393900" cy="3613057"/>
          </a:xfrm>
          <a:prstGeom prst="rect">
            <a:avLst/>
          </a:prstGeom>
        </p:spPr>
      </p:pic>
    </p:spTree>
    <p:extLst>
      <p:ext uri="{BB962C8B-B14F-4D97-AF65-F5344CB8AC3E}">
        <p14:creationId xmlns:p14="http://schemas.microsoft.com/office/powerpoint/2010/main" val="715891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32">
          <a:extLst>
            <a:ext uri="{FF2B5EF4-FFF2-40B4-BE49-F238E27FC236}">
              <a16:creationId xmlns:a16="http://schemas.microsoft.com/office/drawing/2014/main" id="{09B44476-1BC4-F96E-9A73-64EC6851D87F}"/>
            </a:ext>
          </a:extLst>
        </p:cNvPr>
        <p:cNvGrpSpPr/>
        <p:nvPr/>
      </p:nvGrpSpPr>
      <p:grpSpPr>
        <a:xfrm>
          <a:off x="0" y="0"/>
          <a:ext cx="0" cy="0"/>
          <a:chOff x="0" y="0"/>
          <a:chExt cx="0" cy="0"/>
        </a:xfrm>
      </p:grpSpPr>
      <p:sp>
        <p:nvSpPr>
          <p:cNvPr id="833" name="Google Shape;833;p42">
            <a:extLst>
              <a:ext uri="{FF2B5EF4-FFF2-40B4-BE49-F238E27FC236}">
                <a16:creationId xmlns:a16="http://schemas.microsoft.com/office/drawing/2014/main" id="{A44A88A4-4DB7-0896-A4AB-CE45A06E672F}"/>
              </a:ext>
            </a:extLst>
          </p:cNvPr>
          <p:cNvSpPr txBox="1">
            <a:spLocks noGrp="1"/>
          </p:cNvSpPr>
          <p:nvPr>
            <p:ph type="title"/>
          </p:nvPr>
        </p:nvSpPr>
        <p:spPr>
          <a:xfrm>
            <a:off x="714513" y="-41989"/>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Result Evaluation</a:t>
            </a:r>
            <a:endParaRPr dirty="0"/>
          </a:p>
        </p:txBody>
      </p:sp>
      <p:grpSp>
        <p:nvGrpSpPr>
          <p:cNvPr id="835" name="Google Shape;835;p42">
            <a:extLst>
              <a:ext uri="{FF2B5EF4-FFF2-40B4-BE49-F238E27FC236}">
                <a16:creationId xmlns:a16="http://schemas.microsoft.com/office/drawing/2014/main" id="{28F0DF8C-6853-D444-8CCE-41ADA5B7D7BB}"/>
              </a:ext>
            </a:extLst>
          </p:cNvPr>
          <p:cNvGrpSpPr/>
          <p:nvPr/>
        </p:nvGrpSpPr>
        <p:grpSpPr>
          <a:xfrm>
            <a:off x="0" y="3733700"/>
            <a:ext cx="2226100" cy="874800"/>
            <a:chOff x="0" y="-176475"/>
            <a:chExt cx="2226100" cy="874800"/>
          </a:xfrm>
        </p:grpSpPr>
        <p:sp>
          <p:nvSpPr>
            <p:cNvPr id="836" name="Google Shape;836;p42">
              <a:extLst>
                <a:ext uri="{FF2B5EF4-FFF2-40B4-BE49-F238E27FC236}">
                  <a16:creationId xmlns:a16="http://schemas.microsoft.com/office/drawing/2014/main" id="{B42FD979-FFAA-C236-45A7-B862887AD8FD}"/>
                </a:ext>
              </a:extLst>
            </p:cNvPr>
            <p:cNvSpPr/>
            <p:nvPr/>
          </p:nvSpPr>
          <p:spPr>
            <a:xfrm>
              <a:off x="1351300" y="-176475"/>
              <a:ext cx="874800" cy="8748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Hind"/>
                <a:ea typeface="Hind"/>
                <a:cs typeface="Hind"/>
                <a:sym typeface="Hind"/>
              </a:endParaRPr>
            </a:p>
          </p:txBody>
        </p:sp>
        <p:sp>
          <p:nvSpPr>
            <p:cNvPr id="837" name="Google Shape;837;p42">
              <a:extLst>
                <a:ext uri="{FF2B5EF4-FFF2-40B4-BE49-F238E27FC236}">
                  <a16:creationId xmlns:a16="http://schemas.microsoft.com/office/drawing/2014/main" id="{58CE919F-66A9-14E9-042B-F10768117481}"/>
                </a:ext>
              </a:extLst>
            </p:cNvPr>
            <p:cNvSpPr/>
            <p:nvPr/>
          </p:nvSpPr>
          <p:spPr>
            <a:xfrm>
              <a:off x="261000" y="130475"/>
              <a:ext cx="1237200" cy="2610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Hind"/>
                <a:ea typeface="Hind"/>
                <a:cs typeface="Hind"/>
                <a:sym typeface="Hind"/>
              </a:endParaRPr>
            </a:p>
          </p:txBody>
        </p:sp>
        <p:cxnSp>
          <p:nvCxnSpPr>
            <p:cNvPr id="838" name="Google Shape;838;p42">
              <a:extLst>
                <a:ext uri="{FF2B5EF4-FFF2-40B4-BE49-F238E27FC236}">
                  <a16:creationId xmlns:a16="http://schemas.microsoft.com/office/drawing/2014/main" id="{F7711A6B-D199-8403-3370-33639DC1B8C7}"/>
                </a:ext>
              </a:extLst>
            </p:cNvPr>
            <p:cNvCxnSpPr/>
            <p:nvPr/>
          </p:nvCxnSpPr>
          <p:spPr>
            <a:xfrm>
              <a:off x="0" y="260950"/>
              <a:ext cx="1789500" cy="0"/>
            </a:xfrm>
            <a:prstGeom prst="straightConnector1">
              <a:avLst/>
            </a:prstGeom>
            <a:noFill/>
            <a:ln w="19050" cap="flat" cmpd="sng">
              <a:solidFill>
                <a:schemeClr val="dk1"/>
              </a:solidFill>
              <a:prstDash val="solid"/>
              <a:round/>
              <a:headEnd type="none" w="med" len="med"/>
              <a:tailEnd type="none" w="med" len="med"/>
            </a:ln>
          </p:spPr>
        </p:cxnSp>
      </p:grpSp>
      <p:pic>
        <p:nvPicPr>
          <p:cNvPr id="3" name="图片 2">
            <a:extLst>
              <a:ext uri="{FF2B5EF4-FFF2-40B4-BE49-F238E27FC236}">
                <a16:creationId xmlns:a16="http://schemas.microsoft.com/office/drawing/2014/main" id="{A40C7D06-E68A-9581-DCB2-35625D08DC79}"/>
              </a:ext>
            </a:extLst>
          </p:cNvPr>
          <p:cNvPicPr>
            <a:picLocks noChangeAspect="1"/>
          </p:cNvPicPr>
          <p:nvPr/>
        </p:nvPicPr>
        <p:blipFill>
          <a:blip r:embed="rId3"/>
          <a:stretch>
            <a:fillRect/>
          </a:stretch>
        </p:blipFill>
        <p:spPr>
          <a:xfrm>
            <a:off x="2226100" y="530712"/>
            <a:ext cx="6106973" cy="4077788"/>
          </a:xfrm>
          <a:prstGeom prst="rect">
            <a:avLst/>
          </a:prstGeom>
        </p:spPr>
      </p:pic>
    </p:spTree>
    <p:extLst>
      <p:ext uri="{BB962C8B-B14F-4D97-AF65-F5344CB8AC3E}">
        <p14:creationId xmlns:p14="http://schemas.microsoft.com/office/powerpoint/2010/main" val="2786993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32">
          <a:extLst>
            <a:ext uri="{FF2B5EF4-FFF2-40B4-BE49-F238E27FC236}">
              <a16:creationId xmlns:a16="http://schemas.microsoft.com/office/drawing/2014/main" id="{1CCE5877-4DA1-1ADC-A3A2-5ADB61C8AB72}"/>
            </a:ext>
          </a:extLst>
        </p:cNvPr>
        <p:cNvGrpSpPr/>
        <p:nvPr/>
      </p:nvGrpSpPr>
      <p:grpSpPr>
        <a:xfrm>
          <a:off x="0" y="0"/>
          <a:ext cx="0" cy="0"/>
          <a:chOff x="0" y="0"/>
          <a:chExt cx="0" cy="0"/>
        </a:xfrm>
      </p:grpSpPr>
      <p:sp>
        <p:nvSpPr>
          <p:cNvPr id="833" name="Google Shape;833;p42">
            <a:extLst>
              <a:ext uri="{FF2B5EF4-FFF2-40B4-BE49-F238E27FC236}">
                <a16:creationId xmlns:a16="http://schemas.microsoft.com/office/drawing/2014/main" id="{88E66E0E-99D3-A536-8AC5-856A01D2F79C}"/>
              </a:ext>
            </a:extLst>
          </p:cNvPr>
          <p:cNvSpPr txBox="1">
            <a:spLocks noGrp="1"/>
          </p:cNvSpPr>
          <p:nvPr>
            <p:ph type="title"/>
          </p:nvPr>
        </p:nvSpPr>
        <p:spPr>
          <a:xfrm>
            <a:off x="714513" y="-41989"/>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Result Evaluation</a:t>
            </a:r>
            <a:endParaRPr dirty="0"/>
          </a:p>
        </p:txBody>
      </p:sp>
      <p:grpSp>
        <p:nvGrpSpPr>
          <p:cNvPr id="835" name="Google Shape;835;p42">
            <a:extLst>
              <a:ext uri="{FF2B5EF4-FFF2-40B4-BE49-F238E27FC236}">
                <a16:creationId xmlns:a16="http://schemas.microsoft.com/office/drawing/2014/main" id="{B882A5B2-D9B8-346F-1DD9-0EEEFA6038F5}"/>
              </a:ext>
            </a:extLst>
          </p:cNvPr>
          <p:cNvGrpSpPr/>
          <p:nvPr/>
        </p:nvGrpSpPr>
        <p:grpSpPr>
          <a:xfrm>
            <a:off x="0" y="3733700"/>
            <a:ext cx="2226100" cy="874800"/>
            <a:chOff x="0" y="-176475"/>
            <a:chExt cx="2226100" cy="874800"/>
          </a:xfrm>
        </p:grpSpPr>
        <p:sp>
          <p:nvSpPr>
            <p:cNvPr id="836" name="Google Shape;836;p42">
              <a:extLst>
                <a:ext uri="{FF2B5EF4-FFF2-40B4-BE49-F238E27FC236}">
                  <a16:creationId xmlns:a16="http://schemas.microsoft.com/office/drawing/2014/main" id="{1C171A0D-C7BC-B034-BEDE-2F98C6845E90}"/>
                </a:ext>
              </a:extLst>
            </p:cNvPr>
            <p:cNvSpPr/>
            <p:nvPr/>
          </p:nvSpPr>
          <p:spPr>
            <a:xfrm>
              <a:off x="1351300" y="-176475"/>
              <a:ext cx="874800" cy="8748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Hind"/>
                <a:ea typeface="Hind"/>
                <a:cs typeface="Hind"/>
                <a:sym typeface="Hind"/>
              </a:endParaRPr>
            </a:p>
          </p:txBody>
        </p:sp>
        <p:sp>
          <p:nvSpPr>
            <p:cNvPr id="837" name="Google Shape;837;p42">
              <a:extLst>
                <a:ext uri="{FF2B5EF4-FFF2-40B4-BE49-F238E27FC236}">
                  <a16:creationId xmlns:a16="http://schemas.microsoft.com/office/drawing/2014/main" id="{28ABD544-DDF4-A616-5B13-D8BE0D201559}"/>
                </a:ext>
              </a:extLst>
            </p:cNvPr>
            <p:cNvSpPr/>
            <p:nvPr/>
          </p:nvSpPr>
          <p:spPr>
            <a:xfrm>
              <a:off x="261000" y="130475"/>
              <a:ext cx="1237200" cy="2610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Hind"/>
                <a:ea typeface="Hind"/>
                <a:cs typeface="Hind"/>
                <a:sym typeface="Hind"/>
              </a:endParaRPr>
            </a:p>
          </p:txBody>
        </p:sp>
        <p:cxnSp>
          <p:nvCxnSpPr>
            <p:cNvPr id="838" name="Google Shape;838;p42">
              <a:extLst>
                <a:ext uri="{FF2B5EF4-FFF2-40B4-BE49-F238E27FC236}">
                  <a16:creationId xmlns:a16="http://schemas.microsoft.com/office/drawing/2014/main" id="{82B9D102-6234-C1E6-8191-F88E953E0D8F}"/>
                </a:ext>
              </a:extLst>
            </p:cNvPr>
            <p:cNvCxnSpPr/>
            <p:nvPr/>
          </p:nvCxnSpPr>
          <p:spPr>
            <a:xfrm>
              <a:off x="0" y="260950"/>
              <a:ext cx="1789500" cy="0"/>
            </a:xfrm>
            <a:prstGeom prst="straightConnector1">
              <a:avLst/>
            </a:prstGeom>
            <a:noFill/>
            <a:ln w="19050" cap="flat" cmpd="sng">
              <a:solidFill>
                <a:schemeClr val="dk1"/>
              </a:solidFill>
              <a:prstDash val="solid"/>
              <a:round/>
              <a:headEnd type="none" w="med" len="med"/>
              <a:tailEnd type="none" w="med" len="med"/>
            </a:ln>
          </p:spPr>
        </p:cxnSp>
      </p:grpSp>
      <p:pic>
        <p:nvPicPr>
          <p:cNvPr id="4" name="图片 3">
            <a:extLst>
              <a:ext uri="{FF2B5EF4-FFF2-40B4-BE49-F238E27FC236}">
                <a16:creationId xmlns:a16="http://schemas.microsoft.com/office/drawing/2014/main" id="{F5482392-46DB-AF9E-6052-733384B8D4EE}"/>
              </a:ext>
            </a:extLst>
          </p:cNvPr>
          <p:cNvPicPr>
            <a:picLocks noChangeAspect="1"/>
          </p:cNvPicPr>
          <p:nvPr/>
        </p:nvPicPr>
        <p:blipFill>
          <a:blip r:embed="rId3"/>
          <a:stretch>
            <a:fillRect/>
          </a:stretch>
        </p:blipFill>
        <p:spPr>
          <a:xfrm>
            <a:off x="2226100" y="498831"/>
            <a:ext cx="5420794" cy="3944095"/>
          </a:xfrm>
          <a:prstGeom prst="rect">
            <a:avLst/>
          </a:prstGeom>
        </p:spPr>
      </p:pic>
    </p:spTree>
    <p:extLst>
      <p:ext uri="{BB962C8B-B14F-4D97-AF65-F5344CB8AC3E}">
        <p14:creationId xmlns:p14="http://schemas.microsoft.com/office/powerpoint/2010/main" val="2981849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39"/>
          <p:cNvSpPr txBox="1">
            <a:spLocks noGrp="1"/>
          </p:cNvSpPr>
          <p:nvPr>
            <p:ph type="title"/>
          </p:nvPr>
        </p:nvSpPr>
        <p:spPr>
          <a:xfrm>
            <a:off x="720000" y="371543"/>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3600" dirty="0"/>
              <a:t>Testing The Effect</a:t>
            </a:r>
          </a:p>
        </p:txBody>
      </p:sp>
      <p:sp>
        <p:nvSpPr>
          <p:cNvPr id="643" name="Google Shape;643;p39"/>
          <p:cNvSpPr/>
          <p:nvPr/>
        </p:nvSpPr>
        <p:spPr>
          <a:xfrm>
            <a:off x="2028555" y="2941833"/>
            <a:ext cx="4424700" cy="4424700"/>
          </a:xfrm>
          <a:prstGeom prst="blockArc">
            <a:avLst>
              <a:gd name="adj1" fmla="val 10822636"/>
              <a:gd name="adj2" fmla="val 21578533"/>
              <a:gd name="adj3" fmla="val 5678"/>
            </a:avLst>
          </a:prstGeom>
          <a:solidFill>
            <a:srgbClr val="5E54B5">
              <a:alpha val="2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Sans"/>
              <a:ea typeface="Nunito Sans"/>
              <a:cs typeface="Nunito Sans"/>
              <a:sym typeface="Nunito Sans"/>
            </a:endParaRPr>
          </a:p>
        </p:txBody>
      </p:sp>
      <p:sp>
        <p:nvSpPr>
          <p:cNvPr id="644" name="Google Shape;644;p39"/>
          <p:cNvSpPr/>
          <p:nvPr/>
        </p:nvSpPr>
        <p:spPr>
          <a:xfrm>
            <a:off x="2387209" y="3283194"/>
            <a:ext cx="3707400" cy="3707700"/>
          </a:xfrm>
          <a:prstGeom prst="blockArc">
            <a:avLst>
              <a:gd name="adj1" fmla="val 10800000"/>
              <a:gd name="adj2" fmla="val 21594154"/>
              <a:gd name="adj3" fmla="val 6666"/>
            </a:avLst>
          </a:prstGeom>
          <a:solidFill>
            <a:srgbClr val="5E54B5">
              <a:alpha val="2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Sans"/>
              <a:ea typeface="Nunito Sans"/>
              <a:cs typeface="Nunito Sans"/>
              <a:sym typeface="Nunito Sans"/>
            </a:endParaRPr>
          </a:p>
        </p:txBody>
      </p:sp>
      <p:sp>
        <p:nvSpPr>
          <p:cNvPr id="645" name="Google Shape;645;p39"/>
          <p:cNvSpPr/>
          <p:nvPr/>
        </p:nvSpPr>
        <p:spPr>
          <a:xfrm>
            <a:off x="2726465" y="3640620"/>
            <a:ext cx="3029100" cy="3029100"/>
          </a:xfrm>
          <a:prstGeom prst="blockArc">
            <a:avLst>
              <a:gd name="adj1" fmla="val 10835460"/>
              <a:gd name="adj2" fmla="val 21557351"/>
              <a:gd name="adj3" fmla="val 8579"/>
            </a:avLst>
          </a:prstGeom>
          <a:solidFill>
            <a:srgbClr val="5E54B5">
              <a:alpha val="2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Sans"/>
              <a:ea typeface="Nunito Sans"/>
              <a:cs typeface="Nunito Sans"/>
              <a:sym typeface="Nunito Sans"/>
            </a:endParaRPr>
          </a:p>
        </p:txBody>
      </p:sp>
      <p:sp>
        <p:nvSpPr>
          <p:cNvPr id="646" name="Google Shape;646;p39"/>
          <p:cNvSpPr/>
          <p:nvPr/>
        </p:nvSpPr>
        <p:spPr>
          <a:xfrm>
            <a:off x="2028555" y="2942861"/>
            <a:ext cx="4424700" cy="4424700"/>
          </a:xfrm>
          <a:prstGeom prst="blockArc">
            <a:avLst>
              <a:gd name="adj1" fmla="val 10822636"/>
              <a:gd name="adj2" fmla="val 14857877"/>
              <a:gd name="adj3" fmla="val 5821"/>
            </a:avLst>
          </a:prstGeom>
          <a:solidFill>
            <a:schemeClr val="dk2"/>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endParaRPr>
              <a:latin typeface="Nunito Sans"/>
              <a:ea typeface="Nunito Sans"/>
              <a:cs typeface="Nunito Sans"/>
              <a:sym typeface="Nunito Sans"/>
            </a:endParaRPr>
          </a:p>
        </p:txBody>
      </p:sp>
      <p:sp>
        <p:nvSpPr>
          <p:cNvPr id="647" name="Google Shape;647;p39"/>
          <p:cNvSpPr/>
          <p:nvPr/>
        </p:nvSpPr>
        <p:spPr>
          <a:xfrm>
            <a:off x="2387209" y="3283194"/>
            <a:ext cx="3707400" cy="3707700"/>
          </a:xfrm>
          <a:prstGeom prst="blockArc">
            <a:avLst>
              <a:gd name="adj1" fmla="val 10800000"/>
              <a:gd name="adj2" fmla="val 16822109"/>
              <a:gd name="adj3" fmla="val 7344"/>
            </a:avLst>
          </a:prstGeom>
          <a:solidFill>
            <a:schemeClr val="accent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endParaRPr>
              <a:latin typeface="Nunito Sans"/>
              <a:ea typeface="Nunito Sans"/>
              <a:cs typeface="Nunito Sans"/>
              <a:sym typeface="Nunito Sans"/>
            </a:endParaRPr>
          </a:p>
        </p:txBody>
      </p:sp>
      <p:sp>
        <p:nvSpPr>
          <p:cNvPr id="648" name="Google Shape;648;p39"/>
          <p:cNvSpPr/>
          <p:nvPr/>
        </p:nvSpPr>
        <p:spPr>
          <a:xfrm>
            <a:off x="2726465" y="3639593"/>
            <a:ext cx="3029100" cy="3029100"/>
          </a:xfrm>
          <a:prstGeom prst="blockArc">
            <a:avLst>
              <a:gd name="adj1" fmla="val 10835460"/>
              <a:gd name="adj2" fmla="val 20644597"/>
              <a:gd name="adj3" fmla="val 8578"/>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Sans"/>
              <a:ea typeface="Nunito Sans"/>
              <a:cs typeface="Nunito Sans"/>
              <a:sym typeface="Nunito Sans"/>
            </a:endParaRPr>
          </a:p>
        </p:txBody>
      </p:sp>
      <p:sp>
        <p:nvSpPr>
          <p:cNvPr id="649" name="Google Shape;649;p39"/>
          <p:cNvSpPr txBox="1"/>
          <p:nvPr/>
        </p:nvSpPr>
        <p:spPr>
          <a:xfrm>
            <a:off x="795819" y="2259930"/>
            <a:ext cx="2090400" cy="400200"/>
          </a:xfrm>
          <a:prstGeom prst="rect">
            <a:avLst/>
          </a:prstGeom>
          <a:noFill/>
          <a:ln>
            <a:noFill/>
          </a:ln>
        </p:spPr>
        <p:txBody>
          <a:bodyPr spcFirstLastPara="1" wrap="square" lIns="91425" tIns="45700" rIns="91425" bIns="45700" anchor="b" anchorCtr="0">
            <a:noAutofit/>
          </a:bodyPr>
          <a:lstStyle/>
          <a:p>
            <a:pPr marL="0" marR="0" lvl="0" indent="0" algn="ctr" rtl="0">
              <a:lnSpc>
                <a:spcPct val="115000"/>
              </a:lnSpc>
              <a:spcBef>
                <a:spcPts val="0"/>
              </a:spcBef>
              <a:spcAft>
                <a:spcPts val="0"/>
              </a:spcAft>
              <a:buNone/>
            </a:pPr>
            <a:r>
              <a:rPr lang="en-US" sz="2400" b="1" dirty="0">
                <a:solidFill>
                  <a:schemeClr val="dk1"/>
                </a:solidFill>
                <a:latin typeface="Archivo"/>
                <a:ea typeface="Archivo"/>
                <a:cs typeface="Archivo"/>
                <a:sym typeface="Archivo"/>
              </a:rPr>
              <a:t>High Exercise</a:t>
            </a:r>
          </a:p>
        </p:txBody>
      </p:sp>
      <p:sp>
        <p:nvSpPr>
          <p:cNvPr id="650" name="Google Shape;650;p39"/>
          <p:cNvSpPr txBox="1"/>
          <p:nvPr/>
        </p:nvSpPr>
        <p:spPr>
          <a:xfrm>
            <a:off x="456232" y="2553469"/>
            <a:ext cx="2090400" cy="400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sz="1800" dirty="0">
                <a:solidFill>
                  <a:schemeClr val="dk1"/>
                </a:solidFill>
                <a:latin typeface="Hind"/>
                <a:ea typeface="Hind"/>
                <a:cs typeface="Hind"/>
                <a:sym typeface="Hind"/>
              </a:rPr>
              <a:t>High exercise group’s loneliness is significantly lower than low exercise group’s</a:t>
            </a:r>
            <a:endParaRPr sz="1800" dirty="0">
              <a:solidFill>
                <a:schemeClr val="dk1"/>
              </a:solidFill>
              <a:latin typeface="Hind"/>
              <a:ea typeface="Hind"/>
              <a:cs typeface="Hind"/>
              <a:sym typeface="Hind"/>
            </a:endParaRPr>
          </a:p>
        </p:txBody>
      </p:sp>
      <p:sp>
        <p:nvSpPr>
          <p:cNvPr id="651" name="Google Shape;651;p39"/>
          <p:cNvSpPr txBox="1"/>
          <p:nvPr/>
        </p:nvSpPr>
        <p:spPr>
          <a:xfrm>
            <a:off x="4778732" y="1626393"/>
            <a:ext cx="2631753" cy="400200"/>
          </a:xfrm>
          <a:prstGeom prst="rect">
            <a:avLst/>
          </a:prstGeom>
          <a:noFill/>
          <a:ln>
            <a:noFill/>
          </a:ln>
        </p:spPr>
        <p:txBody>
          <a:bodyPr spcFirstLastPara="1" wrap="square" lIns="91425" tIns="45700" rIns="91425" bIns="45700" anchor="b" anchorCtr="0">
            <a:noAutofit/>
          </a:bodyPr>
          <a:lstStyle/>
          <a:p>
            <a:pPr marL="0" marR="0" lvl="0" indent="0" algn="ctr" rtl="0">
              <a:lnSpc>
                <a:spcPct val="115000"/>
              </a:lnSpc>
              <a:spcBef>
                <a:spcPts val="0"/>
              </a:spcBef>
              <a:spcAft>
                <a:spcPts val="0"/>
              </a:spcAft>
              <a:buNone/>
            </a:pPr>
            <a:r>
              <a:rPr lang="en-US" altLang="zh-CN" sz="2400" b="1" dirty="0">
                <a:solidFill>
                  <a:schemeClr val="dk1"/>
                </a:solidFill>
                <a:latin typeface="Archivo"/>
                <a:ea typeface="Archivo"/>
                <a:cs typeface="Archivo"/>
                <a:sym typeface="Archivo"/>
              </a:rPr>
              <a:t>Pets Accompany</a:t>
            </a:r>
            <a:endParaRPr sz="2400" b="1" dirty="0">
              <a:solidFill>
                <a:schemeClr val="dk1"/>
              </a:solidFill>
              <a:latin typeface="Archivo"/>
              <a:ea typeface="Archivo"/>
              <a:cs typeface="Archivo"/>
              <a:sym typeface="Archivo"/>
            </a:endParaRPr>
          </a:p>
        </p:txBody>
      </p:sp>
      <p:sp>
        <p:nvSpPr>
          <p:cNvPr id="652" name="Google Shape;652;p39"/>
          <p:cNvSpPr txBox="1"/>
          <p:nvPr/>
        </p:nvSpPr>
        <p:spPr>
          <a:xfrm>
            <a:off x="4572000" y="1842908"/>
            <a:ext cx="3229760" cy="400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sz="2000" dirty="0">
                <a:solidFill>
                  <a:schemeClr val="dk1"/>
                </a:solidFill>
                <a:latin typeface="Hind"/>
                <a:ea typeface="Hind"/>
                <a:cs typeface="Hind"/>
                <a:sym typeface="Hind"/>
              </a:rPr>
              <a:t>Have a pet or not do not significantly matter</a:t>
            </a:r>
            <a:br>
              <a:rPr lang="en-US" sz="2000" dirty="0">
                <a:solidFill>
                  <a:schemeClr val="dk1"/>
                </a:solidFill>
                <a:latin typeface="Hind"/>
                <a:ea typeface="Hind"/>
                <a:cs typeface="Hind"/>
                <a:sym typeface="Hind"/>
              </a:rPr>
            </a:br>
            <a:endParaRPr lang="en-US" sz="2000" dirty="0">
              <a:solidFill>
                <a:schemeClr val="dk1"/>
              </a:solidFill>
              <a:latin typeface="Hind"/>
              <a:ea typeface="Hind"/>
              <a:cs typeface="Hind"/>
              <a:sym typeface="Hind"/>
            </a:endParaRPr>
          </a:p>
        </p:txBody>
      </p:sp>
      <p:sp>
        <p:nvSpPr>
          <p:cNvPr id="653" name="Google Shape;653;p39"/>
          <p:cNvSpPr txBox="1"/>
          <p:nvPr/>
        </p:nvSpPr>
        <p:spPr>
          <a:xfrm>
            <a:off x="6257618" y="2893467"/>
            <a:ext cx="2456075" cy="400200"/>
          </a:xfrm>
          <a:prstGeom prst="rect">
            <a:avLst/>
          </a:prstGeom>
          <a:noFill/>
          <a:ln>
            <a:noFill/>
          </a:ln>
        </p:spPr>
        <p:txBody>
          <a:bodyPr spcFirstLastPara="1" wrap="square" lIns="91425" tIns="45700" rIns="91425" bIns="45700" anchor="b" anchorCtr="0">
            <a:noAutofit/>
          </a:bodyPr>
          <a:lstStyle/>
          <a:p>
            <a:pPr marL="0" marR="0" lvl="0" indent="0" algn="ctr" rtl="0">
              <a:lnSpc>
                <a:spcPct val="115000"/>
              </a:lnSpc>
              <a:spcBef>
                <a:spcPts val="0"/>
              </a:spcBef>
              <a:spcAft>
                <a:spcPts val="0"/>
              </a:spcAft>
              <a:buNone/>
            </a:pPr>
            <a:r>
              <a:rPr lang="en-US" altLang="zh-CN" sz="2400" b="1" dirty="0">
                <a:solidFill>
                  <a:schemeClr val="dk1"/>
                </a:solidFill>
                <a:latin typeface="Archivo"/>
                <a:ea typeface="Archivo"/>
                <a:cs typeface="Archivo"/>
                <a:sym typeface="Archivo"/>
              </a:rPr>
              <a:t>More Interaction</a:t>
            </a:r>
          </a:p>
        </p:txBody>
      </p:sp>
      <p:sp>
        <p:nvSpPr>
          <p:cNvPr id="654" name="Google Shape;654;p39"/>
          <p:cNvSpPr txBox="1"/>
          <p:nvPr/>
        </p:nvSpPr>
        <p:spPr>
          <a:xfrm>
            <a:off x="5997388" y="3205916"/>
            <a:ext cx="3002405" cy="400200"/>
          </a:xfrm>
          <a:prstGeom prst="rect">
            <a:avLst/>
          </a:prstGeom>
          <a:noFill/>
          <a:ln>
            <a:noFill/>
          </a:ln>
        </p:spPr>
        <p:txBody>
          <a:bodyPr spcFirstLastPara="1" wrap="square" lIns="91425" tIns="91425" rIns="91425" bIns="91425" anchor="t" anchorCtr="0">
            <a:noAutofit/>
          </a:bodyPr>
          <a:lstStyle/>
          <a:p>
            <a:pPr algn="ctr">
              <a:lnSpc>
                <a:spcPct val="115000"/>
              </a:lnSpc>
            </a:pPr>
            <a:r>
              <a:rPr lang="en" altLang="zh-CN" sz="1800" dirty="0">
                <a:solidFill>
                  <a:schemeClr val="dk1"/>
                </a:solidFill>
                <a:latin typeface="Hind"/>
                <a:cs typeface="Hind"/>
              </a:rPr>
              <a:t>High social frequency group’s loneliness is significantly lower than low frequency group’s</a:t>
            </a:r>
            <a:endParaRPr sz="1800" dirty="0">
              <a:solidFill>
                <a:schemeClr val="dk1"/>
              </a:solidFill>
              <a:latin typeface="Hind"/>
              <a:cs typeface="Hind"/>
              <a:sym typeface="Hind"/>
            </a:endParaRPr>
          </a:p>
        </p:txBody>
      </p:sp>
      <p:sp>
        <p:nvSpPr>
          <p:cNvPr id="655" name="Google Shape;655;p39"/>
          <p:cNvSpPr/>
          <p:nvPr/>
        </p:nvSpPr>
        <p:spPr>
          <a:xfrm>
            <a:off x="3267381" y="2942867"/>
            <a:ext cx="624900" cy="6249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cxnSp>
        <p:nvCxnSpPr>
          <p:cNvPr id="656" name="Google Shape;656;p39"/>
          <p:cNvCxnSpPr>
            <a:stCxn id="655" idx="0"/>
            <a:endCxn id="649" idx="3"/>
          </p:cNvCxnSpPr>
          <p:nvPr/>
        </p:nvCxnSpPr>
        <p:spPr>
          <a:xfrm rot="5400000" flipH="1">
            <a:off x="2991681" y="2354717"/>
            <a:ext cx="482700" cy="693600"/>
          </a:xfrm>
          <a:prstGeom prst="bentConnector2">
            <a:avLst/>
          </a:prstGeom>
          <a:noFill/>
          <a:ln w="19050" cap="flat" cmpd="sng">
            <a:solidFill>
              <a:schemeClr val="dk1"/>
            </a:solidFill>
            <a:prstDash val="dot"/>
            <a:round/>
            <a:headEnd type="oval" w="med" len="med"/>
            <a:tailEnd type="none" w="med" len="med"/>
          </a:ln>
        </p:spPr>
      </p:cxnSp>
      <p:sp>
        <p:nvSpPr>
          <p:cNvPr id="657" name="Google Shape;657;p39"/>
          <p:cNvSpPr/>
          <p:nvPr/>
        </p:nvSpPr>
        <p:spPr>
          <a:xfrm>
            <a:off x="4300581" y="3141967"/>
            <a:ext cx="624900" cy="624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cxnSp>
        <p:nvCxnSpPr>
          <p:cNvPr id="658" name="Google Shape;658;p39"/>
          <p:cNvCxnSpPr>
            <a:cxnSpLocks/>
            <a:stCxn id="657" idx="0"/>
            <a:endCxn id="651" idx="1"/>
          </p:cNvCxnSpPr>
          <p:nvPr/>
        </p:nvCxnSpPr>
        <p:spPr>
          <a:xfrm rot="5400000" flipH="1" flipV="1">
            <a:off x="4038144" y="2401380"/>
            <a:ext cx="1315474" cy="165701"/>
          </a:xfrm>
          <a:prstGeom prst="bentConnector2">
            <a:avLst/>
          </a:prstGeom>
          <a:noFill/>
          <a:ln w="19050" cap="flat" cmpd="sng">
            <a:solidFill>
              <a:schemeClr val="dk1"/>
            </a:solidFill>
            <a:prstDash val="dot"/>
            <a:round/>
            <a:headEnd type="oval" w="med" len="med"/>
            <a:tailEnd type="none" w="med" len="med"/>
          </a:ln>
        </p:spPr>
      </p:cxnSp>
      <p:sp>
        <p:nvSpPr>
          <p:cNvPr id="659" name="Google Shape;659;p39"/>
          <p:cNvSpPr/>
          <p:nvPr/>
        </p:nvSpPr>
        <p:spPr>
          <a:xfrm>
            <a:off x="5251706" y="4415392"/>
            <a:ext cx="624900" cy="6249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cxnSp>
        <p:nvCxnSpPr>
          <p:cNvPr id="660" name="Google Shape;660;p39"/>
          <p:cNvCxnSpPr>
            <a:cxnSpLocks/>
            <a:stCxn id="659" idx="0"/>
            <a:endCxn id="653" idx="1"/>
          </p:cNvCxnSpPr>
          <p:nvPr/>
        </p:nvCxnSpPr>
        <p:spPr>
          <a:xfrm rot="5400000" flipH="1" flipV="1">
            <a:off x="5249975" y="3407749"/>
            <a:ext cx="1321825" cy="693462"/>
          </a:xfrm>
          <a:prstGeom prst="bentConnector2">
            <a:avLst/>
          </a:prstGeom>
          <a:noFill/>
          <a:ln w="19050" cap="flat" cmpd="sng">
            <a:solidFill>
              <a:schemeClr val="dk1"/>
            </a:solidFill>
            <a:prstDash val="dot"/>
            <a:round/>
            <a:headEnd type="oval" w="med" len="med"/>
            <a:tailEnd type="none" w="med" len="med"/>
          </a:ln>
        </p:spPr>
      </p:cxnSp>
      <p:grpSp>
        <p:nvGrpSpPr>
          <p:cNvPr id="661" name="Google Shape;661;p39"/>
          <p:cNvGrpSpPr/>
          <p:nvPr/>
        </p:nvGrpSpPr>
        <p:grpSpPr>
          <a:xfrm>
            <a:off x="5392116" y="4562476"/>
            <a:ext cx="344052" cy="330742"/>
            <a:chOff x="7371062" y="541155"/>
            <a:chExt cx="234848" cy="225778"/>
          </a:xfrm>
        </p:grpSpPr>
        <p:sp>
          <p:nvSpPr>
            <p:cNvPr id="662" name="Google Shape;662;p39"/>
            <p:cNvSpPr/>
            <p:nvPr/>
          </p:nvSpPr>
          <p:spPr>
            <a:xfrm>
              <a:off x="7371062" y="707948"/>
              <a:ext cx="58920" cy="58985"/>
            </a:xfrm>
            <a:custGeom>
              <a:avLst/>
              <a:gdLst/>
              <a:ahLst/>
              <a:cxnLst/>
              <a:rect l="l" t="t" r="r" b="b"/>
              <a:pathLst>
                <a:path w="58920" h="58985" extrusionOk="0">
                  <a:moveTo>
                    <a:pt x="24572" y="24636"/>
                  </a:moveTo>
                  <a:lnTo>
                    <a:pt x="9841" y="9906"/>
                  </a:lnTo>
                  <a:lnTo>
                    <a:pt x="0" y="19748"/>
                  </a:lnTo>
                  <a:lnTo>
                    <a:pt x="39238" y="58985"/>
                  </a:lnTo>
                  <a:lnTo>
                    <a:pt x="49079" y="49144"/>
                  </a:lnTo>
                  <a:lnTo>
                    <a:pt x="34349" y="34414"/>
                  </a:lnTo>
                  <a:lnTo>
                    <a:pt x="58921" y="9842"/>
                  </a:lnTo>
                  <a:lnTo>
                    <a:pt x="49079" y="0"/>
                  </a:lnTo>
                  <a:lnTo>
                    <a:pt x="24508" y="2457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63" name="Google Shape;663;p39"/>
            <p:cNvSpPr/>
            <p:nvPr/>
          </p:nvSpPr>
          <p:spPr>
            <a:xfrm>
              <a:off x="7523189" y="541155"/>
              <a:ext cx="73651" cy="73587"/>
            </a:xfrm>
            <a:custGeom>
              <a:avLst/>
              <a:gdLst/>
              <a:ahLst/>
              <a:cxnLst/>
              <a:rect l="l" t="t" r="r" b="b"/>
              <a:pathLst>
                <a:path w="73651" h="73587" extrusionOk="0">
                  <a:moveTo>
                    <a:pt x="34414" y="49080"/>
                  </a:moveTo>
                  <a:lnTo>
                    <a:pt x="73652" y="9842"/>
                  </a:lnTo>
                  <a:lnTo>
                    <a:pt x="63810" y="0"/>
                  </a:lnTo>
                  <a:lnTo>
                    <a:pt x="24572" y="39238"/>
                  </a:lnTo>
                  <a:lnTo>
                    <a:pt x="9842" y="24508"/>
                  </a:lnTo>
                  <a:lnTo>
                    <a:pt x="0" y="34349"/>
                  </a:lnTo>
                  <a:lnTo>
                    <a:pt x="39238" y="73587"/>
                  </a:lnTo>
                  <a:lnTo>
                    <a:pt x="49080" y="63745"/>
                  </a:lnTo>
                  <a:lnTo>
                    <a:pt x="34349" y="4901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64" name="Google Shape;664;p39"/>
            <p:cNvSpPr/>
            <p:nvPr/>
          </p:nvSpPr>
          <p:spPr>
            <a:xfrm>
              <a:off x="7459443" y="575568"/>
              <a:ext cx="103176" cy="103112"/>
            </a:xfrm>
            <a:custGeom>
              <a:avLst/>
              <a:gdLst/>
              <a:ahLst/>
              <a:cxnLst/>
              <a:rect l="l" t="t" r="r" b="b"/>
              <a:pathLst>
                <a:path w="103176" h="103112" extrusionOk="0">
                  <a:moveTo>
                    <a:pt x="0" y="44127"/>
                  </a:moveTo>
                  <a:lnTo>
                    <a:pt x="15888" y="60015"/>
                  </a:lnTo>
                  <a:cubicBezTo>
                    <a:pt x="19104" y="63231"/>
                    <a:pt x="21227" y="67862"/>
                    <a:pt x="21999" y="73394"/>
                  </a:cubicBezTo>
                  <a:cubicBezTo>
                    <a:pt x="22578" y="77382"/>
                    <a:pt x="25730" y="80534"/>
                    <a:pt x="29718" y="81113"/>
                  </a:cubicBezTo>
                  <a:cubicBezTo>
                    <a:pt x="35250" y="81885"/>
                    <a:pt x="39881" y="84008"/>
                    <a:pt x="43097" y="87224"/>
                  </a:cubicBezTo>
                  <a:lnTo>
                    <a:pt x="58985" y="103112"/>
                  </a:lnTo>
                  <a:lnTo>
                    <a:pt x="103176" y="58921"/>
                  </a:lnTo>
                  <a:lnTo>
                    <a:pt x="44255" y="0"/>
                  </a:lnTo>
                  <a:lnTo>
                    <a:pt x="64" y="4419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65" name="Google Shape;665;p39"/>
            <p:cNvSpPr/>
            <p:nvPr/>
          </p:nvSpPr>
          <p:spPr>
            <a:xfrm>
              <a:off x="7385663" y="629472"/>
              <a:ext cx="122795" cy="122795"/>
            </a:xfrm>
            <a:custGeom>
              <a:avLst/>
              <a:gdLst/>
              <a:ahLst/>
              <a:cxnLst/>
              <a:rect l="l" t="t" r="r" b="b"/>
              <a:pathLst>
                <a:path w="122795" h="122795" extrusionOk="0">
                  <a:moveTo>
                    <a:pt x="106972" y="43097"/>
                  </a:moveTo>
                  <a:cubicBezTo>
                    <a:pt x="105943" y="42068"/>
                    <a:pt x="103948" y="41232"/>
                    <a:pt x="101440" y="40910"/>
                  </a:cubicBezTo>
                  <a:cubicBezTo>
                    <a:pt x="91405" y="39495"/>
                    <a:pt x="83365" y="31455"/>
                    <a:pt x="81949" y="21420"/>
                  </a:cubicBezTo>
                  <a:cubicBezTo>
                    <a:pt x="81563" y="18911"/>
                    <a:pt x="80791" y="16982"/>
                    <a:pt x="79762" y="15888"/>
                  </a:cubicBezTo>
                  <a:lnTo>
                    <a:pt x="63874" y="0"/>
                  </a:lnTo>
                  <a:lnTo>
                    <a:pt x="19683" y="44191"/>
                  </a:lnTo>
                  <a:lnTo>
                    <a:pt x="9842" y="34349"/>
                  </a:lnTo>
                  <a:lnTo>
                    <a:pt x="0" y="44191"/>
                  </a:lnTo>
                  <a:lnTo>
                    <a:pt x="9842" y="54033"/>
                  </a:lnTo>
                  <a:lnTo>
                    <a:pt x="34414" y="78604"/>
                  </a:lnTo>
                  <a:lnTo>
                    <a:pt x="44255" y="88446"/>
                  </a:lnTo>
                  <a:lnTo>
                    <a:pt x="78605" y="122795"/>
                  </a:lnTo>
                  <a:lnTo>
                    <a:pt x="88446" y="112954"/>
                  </a:lnTo>
                  <a:lnTo>
                    <a:pt x="78605" y="103112"/>
                  </a:lnTo>
                  <a:lnTo>
                    <a:pt x="122795" y="58921"/>
                  </a:lnTo>
                  <a:lnTo>
                    <a:pt x="106907" y="43033"/>
                  </a:lnTo>
                  <a:close/>
                  <a:moveTo>
                    <a:pt x="73780" y="68763"/>
                  </a:moveTo>
                  <a:lnTo>
                    <a:pt x="68892" y="63874"/>
                  </a:lnTo>
                  <a:lnTo>
                    <a:pt x="54161" y="78604"/>
                  </a:lnTo>
                  <a:lnTo>
                    <a:pt x="44320" y="68763"/>
                  </a:lnTo>
                  <a:lnTo>
                    <a:pt x="59050" y="54033"/>
                  </a:lnTo>
                  <a:lnTo>
                    <a:pt x="54161" y="49144"/>
                  </a:lnTo>
                  <a:lnTo>
                    <a:pt x="64003" y="39302"/>
                  </a:lnTo>
                  <a:lnTo>
                    <a:pt x="83622" y="58921"/>
                  </a:lnTo>
                  <a:lnTo>
                    <a:pt x="73780" y="6876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66" name="Google Shape;666;p39"/>
            <p:cNvSpPr/>
            <p:nvPr/>
          </p:nvSpPr>
          <p:spPr>
            <a:xfrm>
              <a:off x="7564228" y="637963"/>
              <a:ext cx="41682" cy="60850"/>
            </a:xfrm>
            <a:custGeom>
              <a:avLst/>
              <a:gdLst/>
              <a:ahLst/>
              <a:cxnLst/>
              <a:rect l="l" t="t" r="r" b="b"/>
              <a:pathLst>
                <a:path w="41682" h="60850" extrusionOk="0">
                  <a:moveTo>
                    <a:pt x="33706" y="19748"/>
                  </a:moveTo>
                  <a:cubicBezTo>
                    <a:pt x="30168" y="13572"/>
                    <a:pt x="26630" y="8491"/>
                    <a:pt x="26502" y="8298"/>
                  </a:cubicBezTo>
                  <a:lnTo>
                    <a:pt x="20777" y="0"/>
                  </a:lnTo>
                  <a:cubicBezTo>
                    <a:pt x="15760" y="7269"/>
                    <a:pt x="12286" y="12093"/>
                    <a:pt x="7848" y="19748"/>
                  </a:cubicBezTo>
                  <a:cubicBezTo>
                    <a:pt x="772" y="31905"/>
                    <a:pt x="0" y="37115"/>
                    <a:pt x="0" y="40010"/>
                  </a:cubicBezTo>
                  <a:cubicBezTo>
                    <a:pt x="0" y="51524"/>
                    <a:pt x="9327" y="60851"/>
                    <a:pt x="20841" y="60851"/>
                  </a:cubicBezTo>
                  <a:cubicBezTo>
                    <a:pt x="32355" y="60851"/>
                    <a:pt x="41682" y="51524"/>
                    <a:pt x="41682" y="40010"/>
                  </a:cubicBezTo>
                  <a:cubicBezTo>
                    <a:pt x="41682" y="37180"/>
                    <a:pt x="40846" y="31969"/>
                    <a:pt x="33835" y="19748"/>
                  </a:cubicBezTo>
                  <a:lnTo>
                    <a:pt x="33835" y="1974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nvGrpSpPr>
          <p:cNvPr id="667" name="Google Shape;667;p39"/>
          <p:cNvGrpSpPr/>
          <p:nvPr/>
        </p:nvGrpSpPr>
        <p:grpSpPr>
          <a:xfrm>
            <a:off x="4476914" y="3289048"/>
            <a:ext cx="272203" cy="330740"/>
            <a:chOff x="5373145" y="1203246"/>
            <a:chExt cx="193230" cy="234784"/>
          </a:xfrm>
        </p:grpSpPr>
        <p:sp>
          <p:nvSpPr>
            <p:cNvPr id="668" name="Google Shape;668;p39"/>
            <p:cNvSpPr/>
            <p:nvPr/>
          </p:nvSpPr>
          <p:spPr>
            <a:xfrm>
              <a:off x="5373145" y="1230777"/>
              <a:ext cx="165699" cy="207253"/>
            </a:xfrm>
            <a:custGeom>
              <a:avLst/>
              <a:gdLst/>
              <a:ahLst/>
              <a:cxnLst/>
              <a:rect l="l" t="t" r="r" b="b"/>
              <a:pathLst>
                <a:path w="165699" h="207253" extrusionOk="0">
                  <a:moveTo>
                    <a:pt x="14087" y="0"/>
                  </a:moveTo>
                  <a:lnTo>
                    <a:pt x="0" y="0"/>
                  </a:lnTo>
                  <a:lnTo>
                    <a:pt x="0" y="207253"/>
                  </a:lnTo>
                  <a:lnTo>
                    <a:pt x="165700" y="207253"/>
                  </a:lnTo>
                  <a:lnTo>
                    <a:pt x="165700" y="193166"/>
                  </a:lnTo>
                  <a:lnTo>
                    <a:pt x="14087" y="193166"/>
                  </a:lnTo>
                  <a:lnTo>
                    <a:pt x="14087"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69" name="Google Shape;669;p39"/>
            <p:cNvSpPr/>
            <p:nvPr/>
          </p:nvSpPr>
          <p:spPr>
            <a:xfrm>
              <a:off x="5518068" y="1207170"/>
              <a:ext cx="43997" cy="37694"/>
            </a:xfrm>
            <a:custGeom>
              <a:avLst/>
              <a:gdLst/>
              <a:ahLst/>
              <a:cxnLst/>
              <a:rect l="l" t="t" r="r" b="b"/>
              <a:pathLst>
                <a:path w="43997" h="37694" extrusionOk="0">
                  <a:moveTo>
                    <a:pt x="0" y="0"/>
                  </a:moveTo>
                  <a:lnTo>
                    <a:pt x="0" y="37694"/>
                  </a:lnTo>
                  <a:lnTo>
                    <a:pt x="43998" y="37694"/>
                  </a:ln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70" name="Google Shape;670;p39"/>
            <p:cNvSpPr/>
            <p:nvPr/>
          </p:nvSpPr>
          <p:spPr>
            <a:xfrm>
              <a:off x="5400676" y="1203246"/>
              <a:ext cx="165699" cy="207253"/>
            </a:xfrm>
            <a:custGeom>
              <a:avLst/>
              <a:gdLst/>
              <a:ahLst/>
              <a:cxnLst/>
              <a:rect l="l" t="t" r="r" b="b"/>
              <a:pathLst>
                <a:path w="165699" h="207253" extrusionOk="0">
                  <a:moveTo>
                    <a:pt x="103305" y="55641"/>
                  </a:moveTo>
                  <a:lnTo>
                    <a:pt x="103305" y="0"/>
                  </a:lnTo>
                  <a:lnTo>
                    <a:pt x="0" y="0"/>
                  </a:lnTo>
                  <a:lnTo>
                    <a:pt x="0" y="207253"/>
                  </a:lnTo>
                  <a:lnTo>
                    <a:pt x="165700" y="207253"/>
                  </a:lnTo>
                  <a:lnTo>
                    <a:pt x="165700" y="55641"/>
                  </a:lnTo>
                  <a:lnTo>
                    <a:pt x="103369" y="55641"/>
                  </a:lnTo>
                  <a:close/>
                  <a:moveTo>
                    <a:pt x="69085" y="179787"/>
                  </a:moveTo>
                  <a:lnTo>
                    <a:pt x="27531" y="179787"/>
                  </a:lnTo>
                  <a:lnTo>
                    <a:pt x="27531" y="165700"/>
                  </a:lnTo>
                  <a:lnTo>
                    <a:pt x="69085" y="165700"/>
                  </a:lnTo>
                  <a:lnTo>
                    <a:pt x="69085" y="179787"/>
                  </a:lnTo>
                  <a:close/>
                  <a:moveTo>
                    <a:pt x="69085" y="152256"/>
                  </a:moveTo>
                  <a:lnTo>
                    <a:pt x="27531" y="152256"/>
                  </a:lnTo>
                  <a:lnTo>
                    <a:pt x="27531" y="138169"/>
                  </a:lnTo>
                  <a:lnTo>
                    <a:pt x="69085" y="138169"/>
                  </a:lnTo>
                  <a:lnTo>
                    <a:pt x="69085" y="152256"/>
                  </a:lnTo>
                  <a:close/>
                  <a:moveTo>
                    <a:pt x="69085" y="124146"/>
                  </a:moveTo>
                  <a:lnTo>
                    <a:pt x="27531" y="124146"/>
                  </a:lnTo>
                  <a:lnTo>
                    <a:pt x="27531" y="110059"/>
                  </a:lnTo>
                  <a:lnTo>
                    <a:pt x="69085" y="110059"/>
                  </a:lnTo>
                  <a:lnTo>
                    <a:pt x="69085" y="124146"/>
                  </a:lnTo>
                  <a:close/>
                  <a:moveTo>
                    <a:pt x="69085" y="48243"/>
                  </a:moveTo>
                  <a:cubicBezTo>
                    <a:pt x="69085" y="53518"/>
                    <a:pt x="67155" y="58407"/>
                    <a:pt x="63938" y="62073"/>
                  </a:cubicBezTo>
                  <a:cubicBezTo>
                    <a:pt x="67155" y="65740"/>
                    <a:pt x="69085" y="70564"/>
                    <a:pt x="69085" y="75903"/>
                  </a:cubicBezTo>
                  <a:lnTo>
                    <a:pt x="69085" y="96615"/>
                  </a:lnTo>
                  <a:lnTo>
                    <a:pt x="55641" y="96615"/>
                  </a:lnTo>
                  <a:lnTo>
                    <a:pt x="55641" y="75903"/>
                  </a:lnTo>
                  <a:cubicBezTo>
                    <a:pt x="55255" y="66769"/>
                    <a:pt x="41940" y="66769"/>
                    <a:pt x="41554" y="75903"/>
                  </a:cubicBezTo>
                  <a:lnTo>
                    <a:pt x="41554" y="96615"/>
                  </a:lnTo>
                  <a:lnTo>
                    <a:pt x="27467" y="96615"/>
                  </a:lnTo>
                  <a:lnTo>
                    <a:pt x="27467" y="75903"/>
                  </a:lnTo>
                  <a:cubicBezTo>
                    <a:pt x="27467" y="70628"/>
                    <a:pt x="29525" y="65740"/>
                    <a:pt x="32870" y="62073"/>
                  </a:cubicBezTo>
                  <a:cubicBezTo>
                    <a:pt x="29525" y="58407"/>
                    <a:pt x="27467" y="53582"/>
                    <a:pt x="27467" y="48243"/>
                  </a:cubicBezTo>
                  <a:lnTo>
                    <a:pt x="27467" y="27531"/>
                  </a:lnTo>
                  <a:lnTo>
                    <a:pt x="41554" y="27531"/>
                  </a:lnTo>
                  <a:lnTo>
                    <a:pt x="41554" y="48243"/>
                  </a:lnTo>
                  <a:cubicBezTo>
                    <a:pt x="41940" y="57377"/>
                    <a:pt x="55255" y="57377"/>
                    <a:pt x="55641" y="48243"/>
                  </a:cubicBezTo>
                  <a:lnTo>
                    <a:pt x="55641" y="27531"/>
                  </a:lnTo>
                  <a:lnTo>
                    <a:pt x="69085" y="27531"/>
                  </a:lnTo>
                  <a:lnTo>
                    <a:pt x="69085" y="48243"/>
                  </a:lnTo>
                  <a:close/>
                  <a:moveTo>
                    <a:pt x="138169" y="179787"/>
                  </a:moveTo>
                  <a:lnTo>
                    <a:pt x="83172" y="179787"/>
                  </a:lnTo>
                  <a:lnTo>
                    <a:pt x="83172" y="165700"/>
                  </a:lnTo>
                  <a:lnTo>
                    <a:pt x="138169" y="165700"/>
                  </a:lnTo>
                  <a:lnTo>
                    <a:pt x="138169" y="179787"/>
                  </a:lnTo>
                  <a:close/>
                  <a:moveTo>
                    <a:pt x="138169" y="152256"/>
                  </a:moveTo>
                  <a:lnTo>
                    <a:pt x="83172" y="152256"/>
                  </a:lnTo>
                  <a:lnTo>
                    <a:pt x="83172" y="138169"/>
                  </a:lnTo>
                  <a:lnTo>
                    <a:pt x="138169" y="138169"/>
                  </a:lnTo>
                  <a:lnTo>
                    <a:pt x="138169" y="152256"/>
                  </a:lnTo>
                  <a:close/>
                  <a:moveTo>
                    <a:pt x="138169" y="124146"/>
                  </a:moveTo>
                  <a:lnTo>
                    <a:pt x="83172" y="124146"/>
                  </a:lnTo>
                  <a:lnTo>
                    <a:pt x="83172" y="110059"/>
                  </a:lnTo>
                  <a:lnTo>
                    <a:pt x="138169" y="110059"/>
                  </a:lnTo>
                  <a:lnTo>
                    <a:pt x="138169" y="124146"/>
                  </a:lnTo>
                  <a:close/>
                  <a:moveTo>
                    <a:pt x="138169" y="96615"/>
                  </a:moveTo>
                  <a:lnTo>
                    <a:pt x="103948" y="96615"/>
                  </a:lnTo>
                  <a:lnTo>
                    <a:pt x="103948" y="82528"/>
                  </a:lnTo>
                  <a:lnTo>
                    <a:pt x="138169" y="82528"/>
                  </a:lnTo>
                  <a:lnTo>
                    <a:pt x="138169" y="96615"/>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nvGrpSpPr>
          <p:cNvPr id="671" name="Google Shape;671;p39"/>
          <p:cNvGrpSpPr/>
          <p:nvPr/>
        </p:nvGrpSpPr>
        <p:grpSpPr>
          <a:xfrm>
            <a:off x="3443729" y="3090675"/>
            <a:ext cx="272205" cy="329303"/>
            <a:chOff x="4180957" y="4351282"/>
            <a:chExt cx="193809" cy="234463"/>
          </a:xfrm>
        </p:grpSpPr>
        <p:sp>
          <p:nvSpPr>
            <p:cNvPr id="672" name="Google Shape;672;p39"/>
            <p:cNvSpPr/>
            <p:nvPr/>
          </p:nvSpPr>
          <p:spPr>
            <a:xfrm>
              <a:off x="4184109" y="4392193"/>
              <a:ext cx="188020" cy="110638"/>
            </a:xfrm>
            <a:custGeom>
              <a:avLst/>
              <a:gdLst/>
              <a:ahLst/>
              <a:cxnLst/>
              <a:rect l="l" t="t" r="r" b="b"/>
              <a:pathLst>
                <a:path w="188020" h="110638" extrusionOk="0">
                  <a:moveTo>
                    <a:pt x="0" y="0"/>
                  </a:moveTo>
                  <a:lnTo>
                    <a:pt x="61494" y="110638"/>
                  </a:lnTo>
                  <a:lnTo>
                    <a:pt x="126526" y="110638"/>
                  </a:lnTo>
                  <a:lnTo>
                    <a:pt x="188020" y="0"/>
                  </a:lnTo>
                  <a:lnTo>
                    <a:pt x="64" y="0"/>
                  </a:lnTo>
                  <a:close/>
                  <a:moveTo>
                    <a:pt x="114819" y="62395"/>
                  </a:moveTo>
                  <a:lnTo>
                    <a:pt x="114819" y="76482"/>
                  </a:lnTo>
                  <a:lnTo>
                    <a:pt x="100732" y="76482"/>
                  </a:lnTo>
                  <a:lnTo>
                    <a:pt x="100732" y="89925"/>
                  </a:lnTo>
                  <a:lnTo>
                    <a:pt x="86645" y="89925"/>
                  </a:lnTo>
                  <a:lnTo>
                    <a:pt x="86645" y="20841"/>
                  </a:lnTo>
                  <a:lnTo>
                    <a:pt x="100732" y="20841"/>
                  </a:lnTo>
                  <a:lnTo>
                    <a:pt x="100732" y="34928"/>
                  </a:lnTo>
                  <a:lnTo>
                    <a:pt x="114819" y="34928"/>
                  </a:lnTo>
                  <a:lnTo>
                    <a:pt x="114819" y="49015"/>
                  </a:lnTo>
                  <a:lnTo>
                    <a:pt x="100732" y="49015"/>
                  </a:lnTo>
                  <a:lnTo>
                    <a:pt x="100732" y="62459"/>
                  </a:lnTo>
                  <a:lnTo>
                    <a:pt x="114819" y="6245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73" name="Google Shape;673;p39"/>
            <p:cNvSpPr/>
            <p:nvPr/>
          </p:nvSpPr>
          <p:spPr>
            <a:xfrm>
              <a:off x="4180957" y="4351282"/>
              <a:ext cx="193809" cy="27530"/>
            </a:xfrm>
            <a:custGeom>
              <a:avLst/>
              <a:gdLst/>
              <a:ahLst/>
              <a:cxnLst/>
              <a:rect l="l" t="t" r="r" b="b"/>
              <a:pathLst>
                <a:path w="193809" h="27530" extrusionOk="0">
                  <a:moveTo>
                    <a:pt x="0" y="0"/>
                  </a:moveTo>
                  <a:lnTo>
                    <a:pt x="193809" y="0"/>
                  </a:lnTo>
                  <a:lnTo>
                    <a:pt x="193809" y="27531"/>
                  </a:lnTo>
                  <a:lnTo>
                    <a:pt x="0" y="2753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74" name="Google Shape;674;p39"/>
            <p:cNvSpPr/>
            <p:nvPr/>
          </p:nvSpPr>
          <p:spPr>
            <a:xfrm>
              <a:off x="4250685" y="4516918"/>
              <a:ext cx="54997" cy="68827"/>
            </a:xfrm>
            <a:custGeom>
              <a:avLst/>
              <a:gdLst/>
              <a:ahLst/>
              <a:cxnLst/>
              <a:rect l="l" t="t" r="r" b="b"/>
              <a:pathLst>
                <a:path w="54997" h="68827" extrusionOk="0">
                  <a:moveTo>
                    <a:pt x="0" y="0"/>
                  </a:moveTo>
                  <a:lnTo>
                    <a:pt x="0" y="68827"/>
                  </a:lnTo>
                  <a:lnTo>
                    <a:pt x="54997" y="31326"/>
                  </a:lnTo>
                  <a:lnTo>
                    <a:pt x="54997"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675" name="Google Shape;675;p39"/>
          <p:cNvSpPr txBox="1"/>
          <p:nvPr/>
        </p:nvSpPr>
        <p:spPr>
          <a:xfrm>
            <a:off x="795819" y="1931767"/>
            <a:ext cx="2090400" cy="400200"/>
          </a:xfrm>
          <a:prstGeom prst="rect">
            <a:avLst/>
          </a:prstGeom>
          <a:noFill/>
          <a:ln>
            <a:noFill/>
          </a:ln>
        </p:spPr>
        <p:txBody>
          <a:bodyPr spcFirstLastPara="1" wrap="square" lIns="91425" tIns="45700" rIns="91425" bIns="45700" anchor="b" anchorCtr="0">
            <a:noAutofit/>
          </a:bodyPr>
          <a:lstStyle/>
          <a:p>
            <a:pPr marL="0" marR="0" lvl="0" indent="0" algn="ctr" rtl="0">
              <a:lnSpc>
                <a:spcPct val="115000"/>
              </a:lnSpc>
              <a:spcBef>
                <a:spcPts val="0"/>
              </a:spcBef>
              <a:spcAft>
                <a:spcPts val="0"/>
              </a:spcAft>
              <a:buNone/>
            </a:pPr>
            <a:r>
              <a:rPr lang="en" sz="2800" b="1" dirty="0">
                <a:solidFill>
                  <a:schemeClr val="dk1"/>
                </a:solidFill>
                <a:latin typeface="Archivo"/>
                <a:ea typeface="Archivo"/>
                <a:cs typeface="Archivo"/>
                <a:sym typeface="Archivo"/>
              </a:rPr>
              <a:t>99.997%</a:t>
            </a:r>
            <a:endParaRPr sz="2800" b="1" dirty="0">
              <a:solidFill>
                <a:schemeClr val="dk1"/>
              </a:solidFill>
              <a:latin typeface="Archivo"/>
              <a:ea typeface="Archivo"/>
              <a:cs typeface="Archivo"/>
              <a:sym typeface="Archivo"/>
            </a:endParaRPr>
          </a:p>
        </p:txBody>
      </p:sp>
      <p:sp>
        <p:nvSpPr>
          <p:cNvPr id="676" name="Google Shape;676;p39"/>
          <p:cNvSpPr txBox="1"/>
          <p:nvPr/>
        </p:nvSpPr>
        <p:spPr>
          <a:xfrm>
            <a:off x="4925494" y="1298230"/>
            <a:ext cx="2090400" cy="400200"/>
          </a:xfrm>
          <a:prstGeom prst="rect">
            <a:avLst/>
          </a:prstGeom>
          <a:noFill/>
          <a:ln>
            <a:noFill/>
          </a:ln>
        </p:spPr>
        <p:txBody>
          <a:bodyPr spcFirstLastPara="1" wrap="square" lIns="91425" tIns="45700" rIns="91425" bIns="45700" anchor="b" anchorCtr="0">
            <a:noAutofit/>
          </a:bodyPr>
          <a:lstStyle/>
          <a:p>
            <a:pPr marL="0" marR="0" lvl="0" indent="0" algn="ctr" rtl="0">
              <a:lnSpc>
                <a:spcPct val="115000"/>
              </a:lnSpc>
              <a:spcBef>
                <a:spcPts val="0"/>
              </a:spcBef>
              <a:spcAft>
                <a:spcPts val="0"/>
              </a:spcAft>
              <a:buNone/>
            </a:pPr>
            <a:r>
              <a:rPr lang="en" sz="2800" b="1" dirty="0">
                <a:solidFill>
                  <a:schemeClr val="dk1"/>
                </a:solidFill>
                <a:latin typeface="Archivo"/>
                <a:ea typeface="Archivo"/>
                <a:cs typeface="Archivo"/>
                <a:sym typeface="Archivo"/>
              </a:rPr>
              <a:t>50.101%</a:t>
            </a:r>
            <a:endParaRPr sz="2800" b="1" dirty="0">
              <a:solidFill>
                <a:schemeClr val="dk1"/>
              </a:solidFill>
              <a:latin typeface="Archivo"/>
              <a:ea typeface="Archivo"/>
              <a:cs typeface="Archivo"/>
              <a:sym typeface="Archivo"/>
            </a:endParaRPr>
          </a:p>
        </p:txBody>
      </p:sp>
      <p:sp>
        <p:nvSpPr>
          <p:cNvPr id="677" name="Google Shape;677;p39"/>
          <p:cNvSpPr txBox="1"/>
          <p:nvPr/>
        </p:nvSpPr>
        <p:spPr>
          <a:xfrm>
            <a:off x="6615661" y="2649492"/>
            <a:ext cx="2090400" cy="400200"/>
          </a:xfrm>
          <a:prstGeom prst="rect">
            <a:avLst/>
          </a:prstGeom>
          <a:noFill/>
          <a:ln>
            <a:noFill/>
          </a:ln>
        </p:spPr>
        <p:txBody>
          <a:bodyPr spcFirstLastPara="1" wrap="square" lIns="91425" tIns="45700" rIns="91425" bIns="45700" anchor="b" anchorCtr="0">
            <a:noAutofit/>
          </a:bodyPr>
          <a:lstStyle/>
          <a:p>
            <a:pPr marL="0" marR="0" lvl="0" indent="0" algn="ctr" rtl="0">
              <a:lnSpc>
                <a:spcPct val="115000"/>
              </a:lnSpc>
              <a:spcBef>
                <a:spcPts val="0"/>
              </a:spcBef>
              <a:spcAft>
                <a:spcPts val="0"/>
              </a:spcAft>
              <a:buNone/>
            </a:pPr>
            <a:r>
              <a:rPr lang="en" altLang="zh-CN" sz="2800" b="1" dirty="0">
                <a:solidFill>
                  <a:schemeClr val="dk1"/>
                </a:solidFill>
                <a:latin typeface="Archivo"/>
                <a:ea typeface="Archivo"/>
                <a:cs typeface="Archivo"/>
                <a:sym typeface="Archivo"/>
              </a:rPr>
              <a:t>99.982 </a:t>
            </a:r>
            <a:r>
              <a:rPr lang="en" sz="2800" b="1" dirty="0">
                <a:solidFill>
                  <a:schemeClr val="dk1"/>
                </a:solidFill>
                <a:latin typeface="Archivo"/>
                <a:ea typeface="Archivo"/>
                <a:cs typeface="Archivo"/>
                <a:sym typeface="Archivo"/>
              </a:rPr>
              <a:t>%</a:t>
            </a:r>
            <a:endParaRPr sz="2800" b="1" dirty="0">
              <a:solidFill>
                <a:schemeClr val="dk1"/>
              </a:solidFill>
              <a:latin typeface="Archivo"/>
              <a:ea typeface="Archivo"/>
              <a:cs typeface="Archivo"/>
              <a:sym typeface="Archiv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32">
          <a:extLst>
            <a:ext uri="{FF2B5EF4-FFF2-40B4-BE49-F238E27FC236}">
              <a16:creationId xmlns:a16="http://schemas.microsoft.com/office/drawing/2014/main" id="{A535F281-98E0-D180-9B76-398C382B3415}"/>
            </a:ext>
          </a:extLst>
        </p:cNvPr>
        <p:cNvGrpSpPr/>
        <p:nvPr/>
      </p:nvGrpSpPr>
      <p:grpSpPr>
        <a:xfrm>
          <a:off x="0" y="0"/>
          <a:ext cx="0" cy="0"/>
          <a:chOff x="0" y="0"/>
          <a:chExt cx="0" cy="0"/>
        </a:xfrm>
      </p:grpSpPr>
      <p:sp>
        <p:nvSpPr>
          <p:cNvPr id="833" name="Google Shape;833;p42">
            <a:extLst>
              <a:ext uri="{FF2B5EF4-FFF2-40B4-BE49-F238E27FC236}">
                <a16:creationId xmlns:a16="http://schemas.microsoft.com/office/drawing/2014/main" id="{390B83A6-298F-4F2A-792F-623526F7887B}"/>
              </a:ext>
            </a:extLst>
          </p:cNvPr>
          <p:cNvSpPr txBox="1">
            <a:spLocks noGrp="1"/>
          </p:cNvSpPr>
          <p:nvPr>
            <p:ph type="title"/>
          </p:nvPr>
        </p:nvSpPr>
        <p:spPr>
          <a:xfrm>
            <a:off x="720000" y="42442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800" dirty="0"/>
              <a:t>Part 3</a:t>
            </a:r>
            <a:endParaRPr sz="4800" dirty="0"/>
          </a:p>
        </p:txBody>
      </p:sp>
      <p:sp>
        <p:nvSpPr>
          <p:cNvPr id="834" name="Google Shape;834;p42">
            <a:extLst>
              <a:ext uri="{FF2B5EF4-FFF2-40B4-BE49-F238E27FC236}">
                <a16:creationId xmlns:a16="http://schemas.microsoft.com/office/drawing/2014/main" id="{81DEBB8C-011D-FBA2-7C7D-BD0CF564F184}"/>
              </a:ext>
            </a:extLst>
          </p:cNvPr>
          <p:cNvSpPr txBox="1">
            <a:spLocks noGrp="1"/>
          </p:cNvSpPr>
          <p:nvPr>
            <p:ph type="body" idx="1"/>
          </p:nvPr>
        </p:nvSpPr>
        <p:spPr>
          <a:xfrm>
            <a:off x="103094" y="1734288"/>
            <a:ext cx="8937812" cy="9594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3600" dirty="0"/>
              <a:t>What Is The Most Effective Method?</a:t>
            </a:r>
          </a:p>
          <a:p>
            <a:pPr marL="0" lvl="0" indent="0" algn="ctr" rtl="0">
              <a:lnSpc>
                <a:spcPct val="100000"/>
              </a:lnSpc>
              <a:spcBef>
                <a:spcPts val="0"/>
              </a:spcBef>
              <a:spcAft>
                <a:spcPts val="0"/>
              </a:spcAft>
              <a:buNone/>
            </a:pPr>
            <a:endParaRPr lang="en-US" sz="3600" dirty="0"/>
          </a:p>
          <a:p>
            <a:pPr marL="0" lvl="0" indent="0" algn="ctr" rtl="0">
              <a:lnSpc>
                <a:spcPct val="100000"/>
              </a:lnSpc>
              <a:spcBef>
                <a:spcPts val="0"/>
              </a:spcBef>
              <a:spcAft>
                <a:spcPts val="0"/>
              </a:spcAft>
              <a:buNone/>
            </a:pPr>
            <a:endParaRPr lang="en-US" sz="3600" dirty="0"/>
          </a:p>
          <a:p>
            <a:pPr marL="0" indent="0" algn="ctr">
              <a:lnSpc>
                <a:spcPct val="100000"/>
              </a:lnSpc>
              <a:buNone/>
            </a:pPr>
            <a:r>
              <a:rPr lang="en-US" altLang="zh-CN" sz="2000" dirty="0"/>
              <a:t>Use clustering to analyze which variable (talk or exercise) has the most significant impact on loneliness reduction</a:t>
            </a:r>
          </a:p>
          <a:p>
            <a:pPr marL="0" indent="0" algn="ctr">
              <a:lnSpc>
                <a:spcPct val="100000"/>
              </a:lnSpc>
              <a:buNone/>
            </a:pPr>
            <a:endParaRPr lang="en-US" altLang="zh-CN" sz="2000" dirty="0"/>
          </a:p>
        </p:txBody>
      </p:sp>
      <p:grpSp>
        <p:nvGrpSpPr>
          <p:cNvPr id="835" name="Google Shape;835;p42">
            <a:extLst>
              <a:ext uri="{FF2B5EF4-FFF2-40B4-BE49-F238E27FC236}">
                <a16:creationId xmlns:a16="http://schemas.microsoft.com/office/drawing/2014/main" id="{4CCD88FF-7A26-6D44-C2EF-C64B931058E0}"/>
              </a:ext>
            </a:extLst>
          </p:cNvPr>
          <p:cNvGrpSpPr/>
          <p:nvPr/>
        </p:nvGrpSpPr>
        <p:grpSpPr>
          <a:xfrm>
            <a:off x="0" y="3733700"/>
            <a:ext cx="2226100" cy="874800"/>
            <a:chOff x="0" y="-176475"/>
            <a:chExt cx="2226100" cy="874800"/>
          </a:xfrm>
        </p:grpSpPr>
        <p:sp>
          <p:nvSpPr>
            <p:cNvPr id="836" name="Google Shape;836;p42">
              <a:extLst>
                <a:ext uri="{FF2B5EF4-FFF2-40B4-BE49-F238E27FC236}">
                  <a16:creationId xmlns:a16="http://schemas.microsoft.com/office/drawing/2014/main" id="{04909C1A-8A1D-366F-68A3-555173670AC7}"/>
                </a:ext>
              </a:extLst>
            </p:cNvPr>
            <p:cNvSpPr/>
            <p:nvPr/>
          </p:nvSpPr>
          <p:spPr>
            <a:xfrm>
              <a:off x="1351300" y="-176475"/>
              <a:ext cx="874800" cy="8748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Hind"/>
                <a:ea typeface="Hind"/>
                <a:cs typeface="Hind"/>
                <a:sym typeface="Hind"/>
              </a:endParaRPr>
            </a:p>
          </p:txBody>
        </p:sp>
        <p:sp>
          <p:nvSpPr>
            <p:cNvPr id="837" name="Google Shape;837;p42">
              <a:extLst>
                <a:ext uri="{FF2B5EF4-FFF2-40B4-BE49-F238E27FC236}">
                  <a16:creationId xmlns:a16="http://schemas.microsoft.com/office/drawing/2014/main" id="{61F2AECA-0D28-00F6-9F8C-B358DB6ED6C8}"/>
                </a:ext>
              </a:extLst>
            </p:cNvPr>
            <p:cNvSpPr/>
            <p:nvPr/>
          </p:nvSpPr>
          <p:spPr>
            <a:xfrm>
              <a:off x="261000" y="130475"/>
              <a:ext cx="1237200" cy="2610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Hind"/>
                <a:ea typeface="Hind"/>
                <a:cs typeface="Hind"/>
                <a:sym typeface="Hind"/>
              </a:endParaRPr>
            </a:p>
          </p:txBody>
        </p:sp>
        <p:cxnSp>
          <p:nvCxnSpPr>
            <p:cNvPr id="838" name="Google Shape;838;p42">
              <a:extLst>
                <a:ext uri="{FF2B5EF4-FFF2-40B4-BE49-F238E27FC236}">
                  <a16:creationId xmlns:a16="http://schemas.microsoft.com/office/drawing/2014/main" id="{FED13831-8D41-80F6-D620-64C33D1C67AE}"/>
                </a:ext>
              </a:extLst>
            </p:cNvPr>
            <p:cNvCxnSpPr/>
            <p:nvPr/>
          </p:nvCxnSpPr>
          <p:spPr>
            <a:xfrm>
              <a:off x="0" y="260950"/>
              <a:ext cx="1789500" cy="0"/>
            </a:xfrm>
            <a:prstGeom prst="straightConnector1">
              <a:avLst/>
            </a:prstGeom>
            <a:noFill/>
            <a:ln w="19050"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046919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Clustering Approach and Methodology</a:t>
            </a:r>
            <a:endParaRPr dirty="0"/>
          </a:p>
        </p:txBody>
      </p:sp>
      <p:sp>
        <p:nvSpPr>
          <p:cNvPr id="578" name="Google Shape;578;p37"/>
          <p:cNvSpPr txBox="1"/>
          <p:nvPr/>
        </p:nvSpPr>
        <p:spPr>
          <a:xfrm>
            <a:off x="715100" y="1832042"/>
            <a:ext cx="1971000" cy="615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dk1"/>
                </a:solidFill>
                <a:latin typeface="Hind"/>
                <a:ea typeface="Hind"/>
                <a:cs typeface="Hind"/>
                <a:sym typeface="Hind"/>
              </a:rPr>
              <a:t>Categorize loneliness scores</a:t>
            </a:r>
            <a:endParaRPr dirty="0">
              <a:solidFill>
                <a:schemeClr val="dk1"/>
              </a:solidFill>
              <a:latin typeface="Hind"/>
              <a:ea typeface="Hind"/>
              <a:cs typeface="Hind"/>
              <a:sym typeface="Hind"/>
            </a:endParaRPr>
          </a:p>
        </p:txBody>
      </p:sp>
      <p:sp>
        <p:nvSpPr>
          <p:cNvPr id="579" name="Google Shape;579;p37"/>
          <p:cNvSpPr txBox="1"/>
          <p:nvPr/>
        </p:nvSpPr>
        <p:spPr>
          <a:xfrm>
            <a:off x="715100" y="1354140"/>
            <a:ext cx="1971000"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2000" b="1" dirty="0">
                <a:solidFill>
                  <a:schemeClr val="dk1"/>
                </a:solidFill>
                <a:latin typeface="Archivo"/>
                <a:ea typeface="Archivo"/>
                <a:cs typeface="Archivo"/>
                <a:sym typeface="Archivo"/>
              </a:rPr>
              <a:t>Preparation</a:t>
            </a:r>
            <a:endParaRPr sz="2000" b="1" dirty="0">
              <a:solidFill>
                <a:schemeClr val="dk1"/>
              </a:solidFill>
              <a:latin typeface="Archivo"/>
              <a:ea typeface="Archivo"/>
              <a:cs typeface="Archivo"/>
              <a:sym typeface="Archivo"/>
            </a:endParaRPr>
          </a:p>
        </p:txBody>
      </p:sp>
      <p:sp>
        <p:nvSpPr>
          <p:cNvPr id="580" name="Google Shape;580;p37"/>
          <p:cNvSpPr txBox="1"/>
          <p:nvPr/>
        </p:nvSpPr>
        <p:spPr>
          <a:xfrm>
            <a:off x="6457900" y="3656396"/>
            <a:ext cx="1971000" cy="615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dk1"/>
                </a:solidFill>
                <a:latin typeface="Hind"/>
                <a:ea typeface="Hind"/>
                <a:cs typeface="Hind"/>
                <a:sym typeface="Hind"/>
              </a:rPr>
              <a:t>Apply K-Means Clustering to group individuals</a:t>
            </a:r>
            <a:endParaRPr dirty="0">
              <a:solidFill>
                <a:schemeClr val="dk1"/>
              </a:solidFill>
              <a:latin typeface="Hind"/>
              <a:ea typeface="Hind"/>
              <a:cs typeface="Hind"/>
              <a:sym typeface="Hind"/>
            </a:endParaRPr>
          </a:p>
        </p:txBody>
      </p:sp>
      <p:sp>
        <p:nvSpPr>
          <p:cNvPr id="581" name="Google Shape;581;p37"/>
          <p:cNvSpPr txBox="1"/>
          <p:nvPr/>
        </p:nvSpPr>
        <p:spPr>
          <a:xfrm>
            <a:off x="6138088" y="3178493"/>
            <a:ext cx="2602500"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2000" b="1" dirty="0">
                <a:solidFill>
                  <a:schemeClr val="dk1"/>
                </a:solidFill>
                <a:latin typeface="Archivo"/>
                <a:ea typeface="Archivo"/>
                <a:cs typeface="Archivo"/>
                <a:sym typeface="Archivo"/>
              </a:rPr>
              <a:t>Clustering Method</a:t>
            </a:r>
          </a:p>
        </p:txBody>
      </p:sp>
      <p:sp>
        <p:nvSpPr>
          <p:cNvPr id="582" name="Google Shape;582;p37"/>
          <p:cNvSpPr txBox="1"/>
          <p:nvPr/>
        </p:nvSpPr>
        <p:spPr>
          <a:xfrm>
            <a:off x="6457900" y="1832042"/>
            <a:ext cx="1971000" cy="615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dk1"/>
                </a:solidFill>
                <a:latin typeface="Hind"/>
                <a:ea typeface="Hind"/>
                <a:cs typeface="Hind"/>
                <a:sym typeface="Hind"/>
              </a:rPr>
              <a:t>CONNECTION_activities_talked_day_p3m</a:t>
            </a:r>
            <a:endParaRPr dirty="0">
              <a:solidFill>
                <a:schemeClr val="dk1"/>
              </a:solidFill>
              <a:latin typeface="Hind"/>
              <a:ea typeface="Hind"/>
              <a:cs typeface="Hind"/>
              <a:sym typeface="Hind"/>
            </a:endParaRPr>
          </a:p>
        </p:txBody>
      </p:sp>
      <p:sp>
        <p:nvSpPr>
          <p:cNvPr id="583" name="Google Shape;583;p37"/>
          <p:cNvSpPr txBox="1"/>
          <p:nvPr/>
        </p:nvSpPr>
        <p:spPr>
          <a:xfrm>
            <a:off x="6457900" y="1354140"/>
            <a:ext cx="1971000"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2000" b="1" dirty="0">
                <a:solidFill>
                  <a:schemeClr val="dk1"/>
                </a:solidFill>
                <a:latin typeface="Archivo"/>
                <a:ea typeface="Archivo"/>
                <a:cs typeface="Archivo"/>
                <a:sym typeface="Archivo"/>
              </a:rPr>
              <a:t>Talk Frequency</a:t>
            </a:r>
            <a:endParaRPr sz="2000" b="1" dirty="0">
              <a:solidFill>
                <a:schemeClr val="dk1"/>
              </a:solidFill>
              <a:latin typeface="Archivo"/>
              <a:ea typeface="Archivo"/>
              <a:cs typeface="Archivo"/>
              <a:sym typeface="Archivo"/>
            </a:endParaRPr>
          </a:p>
        </p:txBody>
      </p:sp>
      <p:sp>
        <p:nvSpPr>
          <p:cNvPr id="584" name="Google Shape;584;p37"/>
          <p:cNvSpPr txBox="1"/>
          <p:nvPr/>
        </p:nvSpPr>
        <p:spPr>
          <a:xfrm>
            <a:off x="715100" y="3656396"/>
            <a:ext cx="1971000" cy="615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dk1"/>
                </a:solidFill>
                <a:latin typeface="Hind"/>
                <a:ea typeface="Hind"/>
                <a:cs typeface="Hind"/>
                <a:sym typeface="Hind"/>
              </a:rPr>
              <a:t>CONNECTION_activities_group_exercise_p3m</a:t>
            </a:r>
            <a:endParaRPr dirty="0">
              <a:solidFill>
                <a:schemeClr val="dk1"/>
              </a:solidFill>
              <a:latin typeface="Hind"/>
              <a:ea typeface="Hind"/>
              <a:cs typeface="Hind"/>
              <a:sym typeface="Hind"/>
            </a:endParaRPr>
          </a:p>
        </p:txBody>
      </p:sp>
      <p:sp>
        <p:nvSpPr>
          <p:cNvPr id="585" name="Google Shape;585;p37"/>
          <p:cNvSpPr txBox="1"/>
          <p:nvPr/>
        </p:nvSpPr>
        <p:spPr>
          <a:xfrm>
            <a:off x="403412" y="3178493"/>
            <a:ext cx="2482628" cy="5541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2000" b="1" dirty="0">
                <a:solidFill>
                  <a:schemeClr val="dk1"/>
                </a:solidFill>
                <a:latin typeface="Archivo"/>
                <a:ea typeface="Archivo"/>
                <a:cs typeface="Archivo"/>
                <a:sym typeface="Archivo"/>
              </a:rPr>
              <a:t>Exercise Frequency </a:t>
            </a:r>
            <a:endParaRPr sz="2000" b="1" dirty="0">
              <a:solidFill>
                <a:schemeClr val="dk1"/>
              </a:solidFill>
              <a:latin typeface="Archivo"/>
              <a:ea typeface="Archivo"/>
              <a:cs typeface="Archivo"/>
              <a:sym typeface="Archivo"/>
            </a:endParaRPr>
          </a:p>
        </p:txBody>
      </p:sp>
      <p:sp>
        <p:nvSpPr>
          <p:cNvPr id="586" name="Google Shape;586;p37"/>
          <p:cNvSpPr/>
          <p:nvPr/>
        </p:nvSpPr>
        <p:spPr>
          <a:xfrm>
            <a:off x="3248260" y="1511891"/>
            <a:ext cx="2602500" cy="2602500"/>
          </a:xfrm>
          <a:prstGeom prst="ellipse">
            <a:avLst/>
          </a:prstGeom>
          <a:noFill/>
          <a:ln w="19050" cap="flat" cmpd="sng">
            <a:solidFill>
              <a:schemeClr val="dk1"/>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7"/>
          <p:cNvSpPr/>
          <p:nvPr/>
        </p:nvSpPr>
        <p:spPr>
          <a:xfrm rot="5400000">
            <a:off x="3048320" y="1999329"/>
            <a:ext cx="1627500" cy="162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7"/>
          <p:cNvSpPr/>
          <p:nvPr/>
        </p:nvSpPr>
        <p:spPr>
          <a:xfrm>
            <a:off x="3758219" y="2709259"/>
            <a:ext cx="1627500" cy="1627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7"/>
          <p:cNvSpPr/>
          <p:nvPr/>
        </p:nvSpPr>
        <p:spPr>
          <a:xfrm rot="5400000">
            <a:off x="4468180" y="1999329"/>
            <a:ext cx="1627500" cy="16275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7"/>
          <p:cNvSpPr/>
          <p:nvPr/>
        </p:nvSpPr>
        <p:spPr>
          <a:xfrm>
            <a:off x="3758219" y="1289399"/>
            <a:ext cx="1627500" cy="1627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32">
          <a:extLst>
            <a:ext uri="{FF2B5EF4-FFF2-40B4-BE49-F238E27FC236}">
              <a16:creationId xmlns:a16="http://schemas.microsoft.com/office/drawing/2014/main" id="{585C1B55-A2EE-9667-950B-8DD4017EF374}"/>
            </a:ext>
          </a:extLst>
        </p:cNvPr>
        <p:cNvGrpSpPr/>
        <p:nvPr/>
      </p:nvGrpSpPr>
      <p:grpSpPr>
        <a:xfrm>
          <a:off x="0" y="0"/>
          <a:ext cx="0" cy="0"/>
          <a:chOff x="0" y="0"/>
          <a:chExt cx="0" cy="0"/>
        </a:xfrm>
      </p:grpSpPr>
      <p:sp>
        <p:nvSpPr>
          <p:cNvPr id="833" name="Google Shape;833;p42">
            <a:extLst>
              <a:ext uri="{FF2B5EF4-FFF2-40B4-BE49-F238E27FC236}">
                <a16:creationId xmlns:a16="http://schemas.microsoft.com/office/drawing/2014/main" id="{A43EFA7E-1DBA-5BE9-D795-F93B3525FB4B}"/>
              </a:ext>
            </a:extLst>
          </p:cNvPr>
          <p:cNvSpPr txBox="1">
            <a:spLocks noGrp="1"/>
          </p:cNvSpPr>
          <p:nvPr>
            <p:ph type="title"/>
          </p:nvPr>
        </p:nvSpPr>
        <p:spPr>
          <a:xfrm>
            <a:off x="720000" y="19829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Results Analysis</a:t>
            </a:r>
            <a:endParaRPr dirty="0"/>
          </a:p>
        </p:txBody>
      </p:sp>
      <p:grpSp>
        <p:nvGrpSpPr>
          <p:cNvPr id="835" name="Google Shape;835;p42">
            <a:extLst>
              <a:ext uri="{FF2B5EF4-FFF2-40B4-BE49-F238E27FC236}">
                <a16:creationId xmlns:a16="http://schemas.microsoft.com/office/drawing/2014/main" id="{67CB11D9-593D-FEFE-4740-04D595D2E664}"/>
              </a:ext>
            </a:extLst>
          </p:cNvPr>
          <p:cNvGrpSpPr/>
          <p:nvPr/>
        </p:nvGrpSpPr>
        <p:grpSpPr>
          <a:xfrm>
            <a:off x="0" y="3733700"/>
            <a:ext cx="2226100" cy="874800"/>
            <a:chOff x="0" y="-176475"/>
            <a:chExt cx="2226100" cy="874800"/>
          </a:xfrm>
        </p:grpSpPr>
        <p:sp>
          <p:nvSpPr>
            <p:cNvPr id="836" name="Google Shape;836;p42">
              <a:extLst>
                <a:ext uri="{FF2B5EF4-FFF2-40B4-BE49-F238E27FC236}">
                  <a16:creationId xmlns:a16="http://schemas.microsoft.com/office/drawing/2014/main" id="{4AD6B361-68DD-49DC-9AD3-69685CE724B3}"/>
                </a:ext>
              </a:extLst>
            </p:cNvPr>
            <p:cNvSpPr/>
            <p:nvPr/>
          </p:nvSpPr>
          <p:spPr>
            <a:xfrm>
              <a:off x="1351300" y="-176475"/>
              <a:ext cx="874800" cy="8748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Hind"/>
                <a:ea typeface="Hind"/>
                <a:cs typeface="Hind"/>
                <a:sym typeface="Hind"/>
              </a:endParaRPr>
            </a:p>
          </p:txBody>
        </p:sp>
        <p:sp>
          <p:nvSpPr>
            <p:cNvPr id="837" name="Google Shape;837;p42">
              <a:extLst>
                <a:ext uri="{FF2B5EF4-FFF2-40B4-BE49-F238E27FC236}">
                  <a16:creationId xmlns:a16="http://schemas.microsoft.com/office/drawing/2014/main" id="{B701716F-8631-CE39-5347-CEBBACAF5732}"/>
                </a:ext>
              </a:extLst>
            </p:cNvPr>
            <p:cNvSpPr/>
            <p:nvPr/>
          </p:nvSpPr>
          <p:spPr>
            <a:xfrm>
              <a:off x="261000" y="130475"/>
              <a:ext cx="1237200" cy="2610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Hind"/>
                <a:ea typeface="Hind"/>
                <a:cs typeface="Hind"/>
                <a:sym typeface="Hind"/>
              </a:endParaRPr>
            </a:p>
          </p:txBody>
        </p:sp>
        <p:cxnSp>
          <p:nvCxnSpPr>
            <p:cNvPr id="838" name="Google Shape;838;p42">
              <a:extLst>
                <a:ext uri="{FF2B5EF4-FFF2-40B4-BE49-F238E27FC236}">
                  <a16:creationId xmlns:a16="http://schemas.microsoft.com/office/drawing/2014/main" id="{9CCA453E-F958-69A2-8466-901A389DC4A0}"/>
                </a:ext>
              </a:extLst>
            </p:cNvPr>
            <p:cNvCxnSpPr/>
            <p:nvPr/>
          </p:nvCxnSpPr>
          <p:spPr>
            <a:xfrm>
              <a:off x="0" y="260950"/>
              <a:ext cx="1789500" cy="0"/>
            </a:xfrm>
            <a:prstGeom prst="straightConnector1">
              <a:avLst/>
            </a:prstGeom>
            <a:noFill/>
            <a:ln w="19050" cap="flat" cmpd="sng">
              <a:solidFill>
                <a:schemeClr val="dk1"/>
              </a:solidFill>
              <a:prstDash val="solid"/>
              <a:round/>
              <a:headEnd type="none" w="med" len="med"/>
              <a:tailEnd type="none" w="med" len="med"/>
            </a:ln>
          </p:spPr>
        </p:cxnSp>
      </p:grpSp>
      <p:pic>
        <p:nvPicPr>
          <p:cNvPr id="1028" name="Picture 4" descr="查看照片">
            <a:extLst>
              <a:ext uri="{FF2B5EF4-FFF2-40B4-BE49-F238E27FC236}">
                <a16:creationId xmlns:a16="http://schemas.microsoft.com/office/drawing/2014/main" id="{404BED3A-6E03-8984-17D5-6D86770594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5999" y="770998"/>
            <a:ext cx="4884127" cy="4314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0734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Key Takeaways and Recommendations</a:t>
            </a:r>
            <a:endParaRPr dirty="0"/>
          </a:p>
        </p:txBody>
      </p:sp>
      <p:sp>
        <p:nvSpPr>
          <p:cNvPr id="597" name="Google Shape;597;p38"/>
          <p:cNvSpPr txBox="1"/>
          <p:nvPr/>
        </p:nvSpPr>
        <p:spPr>
          <a:xfrm flipH="1">
            <a:off x="661008" y="1203511"/>
            <a:ext cx="2487600" cy="143376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2000" b="1" dirty="0">
                <a:solidFill>
                  <a:schemeClr val="dk1"/>
                </a:solidFill>
                <a:latin typeface="Archivo"/>
                <a:ea typeface="Archivo"/>
                <a:cs typeface="Archivo"/>
                <a:sym typeface="Archivo"/>
              </a:rPr>
              <a:t>Social interaction is more impactful than exercise alone in reducing loneliness</a:t>
            </a:r>
            <a:endParaRPr sz="2000" b="1" dirty="0">
              <a:solidFill>
                <a:schemeClr val="dk1"/>
              </a:solidFill>
              <a:latin typeface="Archivo"/>
              <a:ea typeface="Archivo"/>
              <a:cs typeface="Archivo"/>
              <a:sym typeface="Archivo"/>
            </a:endParaRPr>
          </a:p>
        </p:txBody>
      </p:sp>
      <p:sp>
        <p:nvSpPr>
          <p:cNvPr id="599" name="Google Shape;599;p38"/>
          <p:cNvSpPr txBox="1"/>
          <p:nvPr/>
        </p:nvSpPr>
        <p:spPr>
          <a:xfrm flipH="1">
            <a:off x="358588" y="3534878"/>
            <a:ext cx="2741086" cy="137803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2000" b="1" dirty="0">
                <a:solidFill>
                  <a:schemeClr val="dk1"/>
                </a:solidFill>
                <a:latin typeface="Archivo"/>
                <a:ea typeface="Archivo"/>
                <a:cs typeface="Archivo"/>
                <a:sym typeface="Archivo"/>
              </a:rPr>
              <a:t>Encourage interventions that promote both physical activity and regular social interaction</a:t>
            </a:r>
          </a:p>
        </p:txBody>
      </p:sp>
      <p:sp>
        <p:nvSpPr>
          <p:cNvPr id="601" name="Google Shape;601;p38"/>
          <p:cNvSpPr txBox="1"/>
          <p:nvPr/>
        </p:nvSpPr>
        <p:spPr>
          <a:xfrm flipH="1">
            <a:off x="5936398" y="1341518"/>
            <a:ext cx="2938659" cy="1624018"/>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2000" b="1" dirty="0">
                <a:solidFill>
                  <a:schemeClr val="dk1"/>
                </a:solidFill>
                <a:latin typeface="Archivo"/>
                <a:ea typeface="Archivo"/>
                <a:cs typeface="Archivo"/>
                <a:sym typeface="Archivo"/>
              </a:rPr>
              <a:t>The combination of both high exercise and social interaction frequency results in the lowest loneliness scores</a:t>
            </a:r>
            <a:endParaRPr sz="2000" b="1" dirty="0">
              <a:solidFill>
                <a:schemeClr val="dk1"/>
              </a:solidFill>
              <a:latin typeface="Archivo"/>
              <a:ea typeface="Archivo"/>
              <a:cs typeface="Archivo"/>
              <a:sym typeface="Archivo"/>
            </a:endParaRPr>
          </a:p>
        </p:txBody>
      </p:sp>
      <p:sp>
        <p:nvSpPr>
          <p:cNvPr id="603" name="Google Shape;603;p38"/>
          <p:cNvSpPr txBox="1"/>
          <p:nvPr/>
        </p:nvSpPr>
        <p:spPr>
          <a:xfrm flipH="1">
            <a:off x="5936425" y="2886955"/>
            <a:ext cx="2487600" cy="1624018"/>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US" sz="2000" b="1" dirty="0">
                <a:solidFill>
                  <a:schemeClr val="dk1"/>
                </a:solidFill>
                <a:latin typeface="Archivo"/>
                <a:ea typeface="Archivo"/>
                <a:cs typeface="Archivo"/>
                <a:sym typeface="Archivo"/>
              </a:rPr>
              <a:t>Focus resources on combined methods rather than individual strategies</a:t>
            </a:r>
            <a:endParaRPr sz="2000" b="1" dirty="0">
              <a:solidFill>
                <a:schemeClr val="dk1"/>
              </a:solidFill>
              <a:latin typeface="Archivo"/>
              <a:ea typeface="Archivo"/>
              <a:cs typeface="Archivo"/>
              <a:sym typeface="Archivo"/>
            </a:endParaRPr>
          </a:p>
        </p:txBody>
      </p:sp>
      <p:sp>
        <p:nvSpPr>
          <p:cNvPr id="604" name="Google Shape;604;p38"/>
          <p:cNvSpPr/>
          <p:nvPr/>
        </p:nvSpPr>
        <p:spPr>
          <a:xfrm flipH="1">
            <a:off x="4236456" y="3582810"/>
            <a:ext cx="1142655" cy="1025690"/>
          </a:xfrm>
          <a:custGeom>
            <a:avLst/>
            <a:gdLst/>
            <a:ahLst/>
            <a:cxnLst/>
            <a:rect l="l" t="t" r="r" b="b"/>
            <a:pathLst>
              <a:path w="3419" h="3069" extrusionOk="0">
                <a:moveTo>
                  <a:pt x="0" y="3069"/>
                </a:moveTo>
                <a:cubicBezTo>
                  <a:pt x="1338" y="3069"/>
                  <a:pt x="2549" y="2520"/>
                  <a:pt x="3419" y="1636"/>
                </a:cubicBezTo>
                <a:lnTo>
                  <a:pt x="1782" y="0"/>
                </a:lnTo>
                <a:cubicBezTo>
                  <a:pt x="1324" y="458"/>
                  <a:pt x="695" y="743"/>
                  <a:pt x="0" y="755"/>
                </a:cubicBezTo>
                <a:lnTo>
                  <a:pt x="0" y="3069"/>
                </a:lnTo>
                <a:close/>
              </a:path>
            </a:pathLst>
          </a:custGeom>
          <a:solidFill>
            <a:schemeClr val="accent1"/>
          </a:solidFill>
          <a:ln>
            <a:noFill/>
          </a:ln>
          <a:effectLst>
            <a:outerShdw blurRad="57150" dist="19050" dir="5400000" algn="bl" rotWithShape="0">
              <a:schemeClr val="accent3">
                <a:alpha val="50000"/>
              </a:scheme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605" name="Google Shape;605;p38"/>
          <p:cNvGrpSpPr/>
          <p:nvPr/>
        </p:nvGrpSpPr>
        <p:grpSpPr>
          <a:xfrm>
            <a:off x="4699795" y="3908360"/>
            <a:ext cx="374222" cy="374591"/>
            <a:chOff x="3934594" y="444337"/>
            <a:chExt cx="234784" cy="234986"/>
          </a:xfrm>
        </p:grpSpPr>
        <p:sp>
          <p:nvSpPr>
            <p:cNvPr id="606" name="Google Shape;606;p38"/>
            <p:cNvSpPr/>
            <p:nvPr/>
          </p:nvSpPr>
          <p:spPr>
            <a:xfrm>
              <a:off x="3962061" y="513045"/>
              <a:ext cx="83171" cy="28174"/>
            </a:xfrm>
            <a:custGeom>
              <a:avLst/>
              <a:gdLst/>
              <a:ahLst/>
              <a:cxnLst/>
              <a:rect l="l" t="t" r="r" b="b"/>
              <a:pathLst>
                <a:path w="83171" h="28174" extrusionOk="0">
                  <a:moveTo>
                    <a:pt x="0" y="0"/>
                  </a:moveTo>
                  <a:lnTo>
                    <a:pt x="0" y="14087"/>
                  </a:lnTo>
                  <a:lnTo>
                    <a:pt x="14087" y="14087"/>
                  </a:lnTo>
                  <a:lnTo>
                    <a:pt x="14087" y="28174"/>
                  </a:lnTo>
                  <a:lnTo>
                    <a:pt x="69084" y="28174"/>
                  </a:lnTo>
                  <a:lnTo>
                    <a:pt x="69084" y="14087"/>
                  </a:lnTo>
                  <a:lnTo>
                    <a:pt x="83172" y="14087"/>
                  </a:lnTo>
                  <a:lnTo>
                    <a:pt x="83172" y="0"/>
                  </a:ln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nvGrpSpPr>
            <p:cNvPr id="607" name="Google Shape;607;p38"/>
            <p:cNvGrpSpPr/>
            <p:nvPr/>
          </p:nvGrpSpPr>
          <p:grpSpPr>
            <a:xfrm>
              <a:off x="3941377" y="444337"/>
              <a:ext cx="220844" cy="96818"/>
              <a:chOff x="3941377" y="444337"/>
              <a:chExt cx="220844" cy="96818"/>
            </a:xfrm>
          </p:grpSpPr>
          <p:sp>
            <p:nvSpPr>
              <p:cNvPr id="608" name="Google Shape;608;p38"/>
              <p:cNvSpPr/>
              <p:nvPr/>
            </p:nvSpPr>
            <p:spPr>
              <a:xfrm>
                <a:off x="4058676" y="512981"/>
                <a:ext cx="83171" cy="28174"/>
              </a:xfrm>
              <a:custGeom>
                <a:avLst/>
                <a:gdLst/>
                <a:ahLst/>
                <a:cxnLst/>
                <a:rect l="l" t="t" r="r" b="b"/>
                <a:pathLst>
                  <a:path w="83171" h="28174" extrusionOk="0">
                    <a:moveTo>
                      <a:pt x="14087" y="28174"/>
                    </a:moveTo>
                    <a:lnTo>
                      <a:pt x="69084" y="28174"/>
                    </a:lnTo>
                    <a:lnTo>
                      <a:pt x="69084" y="14087"/>
                    </a:lnTo>
                    <a:lnTo>
                      <a:pt x="83171" y="14087"/>
                    </a:lnTo>
                    <a:lnTo>
                      <a:pt x="83171" y="0"/>
                    </a:lnTo>
                    <a:lnTo>
                      <a:pt x="0" y="0"/>
                    </a:lnTo>
                    <a:lnTo>
                      <a:pt x="0" y="14087"/>
                    </a:lnTo>
                    <a:lnTo>
                      <a:pt x="14087" y="14087"/>
                    </a:lnTo>
                    <a:lnTo>
                      <a:pt x="14087" y="2817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09" name="Google Shape;609;p38"/>
              <p:cNvSpPr/>
              <p:nvPr/>
            </p:nvSpPr>
            <p:spPr>
              <a:xfrm>
                <a:off x="4082890" y="444337"/>
                <a:ext cx="79331" cy="55276"/>
              </a:xfrm>
              <a:custGeom>
                <a:avLst/>
                <a:gdLst/>
                <a:ahLst/>
                <a:cxnLst/>
                <a:rect l="l" t="t" r="r" b="b"/>
                <a:pathLst>
                  <a:path w="79331" h="55276" extrusionOk="0">
                    <a:moveTo>
                      <a:pt x="18755" y="51727"/>
                    </a:moveTo>
                    <a:cubicBezTo>
                      <a:pt x="21135" y="51920"/>
                      <a:pt x="23450" y="51727"/>
                      <a:pt x="25637" y="51212"/>
                    </a:cubicBezTo>
                    <a:cubicBezTo>
                      <a:pt x="32199" y="56101"/>
                      <a:pt x="41140" y="56616"/>
                      <a:pt x="48280" y="52499"/>
                    </a:cubicBezTo>
                    <a:cubicBezTo>
                      <a:pt x="51624" y="54429"/>
                      <a:pt x="55484" y="55393"/>
                      <a:pt x="59408" y="55265"/>
                    </a:cubicBezTo>
                    <a:cubicBezTo>
                      <a:pt x="77933" y="54493"/>
                      <a:pt x="86295" y="31400"/>
                      <a:pt x="72401" y="19050"/>
                    </a:cubicBezTo>
                    <a:cubicBezTo>
                      <a:pt x="71372" y="4191"/>
                      <a:pt x="54326" y="-4879"/>
                      <a:pt x="41397" y="2776"/>
                    </a:cubicBezTo>
                    <a:cubicBezTo>
                      <a:pt x="31169" y="-3399"/>
                      <a:pt x="16825" y="1232"/>
                      <a:pt x="12129" y="12167"/>
                    </a:cubicBezTo>
                    <a:cubicBezTo>
                      <a:pt x="-7039" y="21044"/>
                      <a:pt x="-2472" y="49540"/>
                      <a:pt x="18690" y="51663"/>
                    </a:cubicBezTo>
                    <a:lnTo>
                      <a:pt x="18690" y="5166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10" name="Google Shape;610;p38"/>
              <p:cNvSpPr/>
              <p:nvPr/>
            </p:nvSpPr>
            <p:spPr>
              <a:xfrm>
                <a:off x="3941377" y="444401"/>
                <a:ext cx="79386" cy="55211"/>
              </a:xfrm>
              <a:custGeom>
                <a:avLst/>
                <a:gdLst/>
                <a:ahLst/>
                <a:cxnLst/>
                <a:rect l="l" t="t" r="r" b="b"/>
                <a:pathLst>
                  <a:path w="79386" h="55211" extrusionOk="0">
                    <a:moveTo>
                      <a:pt x="18755" y="51663"/>
                    </a:moveTo>
                    <a:cubicBezTo>
                      <a:pt x="21135" y="51856"/>
                      <a:pt x="23450" y="51663"/>
                      <a:pt x="25637" y="51148"/>
                    </a:cubicBezTo>
                    <a:cubicBezTo>
                      <a:pt x="32198" y="56037"/>
                      <a:pt x="41140" y="56551"/>
                      <a:pt x="48280" y="52434"/>
                    </a:cubicBezTo>
                    <a:cubicBezTo>
                      <a:pt x="51624" y="54364"/>
                      <a:pt x="55484" y="55329"/>
                      <a:pt x="59408" y="55200"/>
                    </a:cubicBezTo>
                    <a:cubicBezTo>
                      <a:pt x="69893" y="54814"/>
                      <a:pt x="78641" y="46324"/>
                      <a:pt x="79348" y="35839"/>
                    </a:cubicBezTo>
                    <a:cubicBezTo>
                      <a:pt x="79734" y="29406"/>
                      <a:pt x="77161" y="23231"/>
                      <a:pt x="72401" y="19050"/>
                    </a:cubicBezTo>
                    <a:cubicBezTo>
                      <a:pt x="71372" y="4191"/>
                      <a:pt x="54326" y="-4879"/>
                      <a:pt x="41397" y="2776"/>
                    </a:cubicBezTo>
                    <a:cubicBezTo>
                      <a:pt x="31169" y="-3399"/>
                      <a:pt x="16825" y="1232"/>
                      <a:pt x="12129" y="12167"/>
                    </a:cubicBezTo>
                    <a:cubicBezTo>
                      <a:pt x="-7039" y="21044"/>
                      <a:pt x="-2472" y="49540"/>
                      <a:pt x="18690" y="51663"/>
                    </a:cubicBezTo>
                    <a:lnTo>
                      <a:pt x="18690" y="5166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611" name="Google Shape;611;p38"/>
            <p:cNvSpPr/>
            <p:nvPr/>
          </p:nvSpPr>
          <p:spPr>
            <a:xfrm>
              <a:off x="3934594" y="554534"/>
              <a:ext cx="234784" cy="124789"/>
            </a:xfrm>
            <a:custGeom>
              <a:avLst/>
              <a:gdLst/>
              <a:ahLst/>
              <a:cxnLst/>
              <a:rect l="l" t="t" r="r" b="b"/>
              <a:pathLst>
                <a:path w="234784" h="124789" extrusionOk="0">
                  <a:moveTo>
                    <a:pt x="220697" y="97259"/>
                  </a:moveTo>
                  <a:lnTo>
                    <a:pt x="220697" y="14087"/>
                  </a:lnTo>
                  <a:lnTo>
                    <a:pt x="193166" y="14087"/>
                  </a:lnTo>
                  <a:lnTo>
                    <a:pt x="193166" y="0"/>
                  </a:lnTo>
                  <a:lnTo>
                    <a:pt x="138169" y="0"/>
                  </a:lnTo>
                  <a:lnTo>
                    <a:pt x="138169" y="14087"/>
                  </a:lnTo>
                  <a:lnTo>
                    <a:pt x="96615" y="14087"/>
                  </a:lnTo>
                  <a:lnTo>
                    <a:pt x="96615" y="0"/>
                  </a:lnTo>
                  <a:lnTo>
                    <a:pt x="40975" y="0"/>
                  </a:lnTo>
                  <a:lnTo>
                    <a:pt x="40975" y="14087"/>
                  </a:lnTo>
                  <a:lnTo>
                    <a:pt x="13444" y="14087"/>
                  </a:lnTo>
                  <a:lnTo>
                    <a:pt x="13444" y="97259"/>
                  </a:lnTo>
                  <a:lnTo>
                    <a:pt x="0" y="97259"/>
                  </a:lnTo>
                  <a:lnTo>
                    <a:pt x="0" y="124789"/>
                  </a:lnTo>
                  <a:lnTo>
                    <a:pt x="234784" y="124789"/>
                  </a:lnTo>
                  <a:lnTo>
                    <a:pt x="234784" y="97259"/>
                  </a:lnTo>
                  <a:lnTo>
                    <a:pt x="220697" y="97259"/>
                  </a:lnTo>
                  <a:close/>
                  <a:moveTo>
                    <a:pt x="27467" y="96680"/>
                  </a:moveTo>
                  <a:lnTo>
                    <a:pt x="27467" y="27595"/>
                  </a:lnTo>
                  <a:lnTo>
                    <a:pt x="41554" y="27595"/>
                  </a:lnTo>
                  <a:lnTo>
                    <a:pt x="41554" y="41425"/>
                  </a:lnTo>
                  <a:cubicBezTo>
                    <a:pt x="43097" y="78090"/>
                    <a:pt x="95072" y="78026"/>
                    <a:pt x="96551" y="41425"/>
                  </a:cubicBezTo>
                  <a:lnTo>
                    <a:pt x="96551" y="27595"/>
                  </a:lnTo>
                  <a:lnTo>
                    <a:pt x="138104" y="27595"/>
                  </a:lnTo>
                  <a:lnTo>
                    <a:pt x="138104" y="41425"/>
                  </a:lnTo>
                  <a:cubicBezTo>
                    <a:pt x="139648" y="78090"/>
                    <a:pt x="191622" y="78026"/>
                    <a:pt x="193102" y="41425"/>
                  </a:cubicBezTo>
                  <a:lnTo>
                    <a:pt x="193102" y="27595"/>
                  </a:lnTo>
                  <a:lnTo>
                    <a:pt x="207189" y="27595"/>
                  </a:lnTo>
                  <a:lnTo>
                    <a:pt x="207189" y="96680"/>
                  </a:lnTo>
                  <a:lnTo>
                    <a:pt x="27467" y="9668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612" name="Google Shape;612;p38"/>
          <p:cNvSpPr/>
          <p:nvPr/>
        </p:nvSpPr>
        <p:spPr>
          <a:xfrm flipH="1">
            <a:off x="4248488" y="1346625"/>
            <a:ext cx="1133966" cy="1008646"/>
          </a:xfrm>
          <a:custGeom>
            <a:avLst/>
            <a:gdLst/>
            <a:ahLst/>
            <a:cxnLst/>
            <a:rect l="l" t="t" r="r" b="b"/>
            <a:pathLst>
              <a:path w="3393" h="3018" extrusionOk="0">
                <a:moveTo>
                  <a:pt x="3393" y="1407"/>
                </a:moveTo>
                <a:cubicBezTo>
                  <a:pt x="2525" y="538"/>
                  <a:pt x="1326" y="0"/>
                  <a:pt x="0" y="0"/>
                </a:cubicBezTo>
                <a:lnTo>
                  <a:pt x="0" y="2271"/>
                </a:lnTo>
                <a:cubicBezTo>
                  <a:pt x="695" y="2281"/>
                  <a:pt x="1323" y="2564"/>
                  <a:pt x="1782" y="3018"/>
                </a:cubicBezTo>
                <a:lnTo>
                  <a:pt x="3393" y="1407"/>
                </a:lnTo>
                <a:close/>
              </a:path>
            </a:pathLst>
          </a:custGeom>
          <a:solidFill>
            <a:schemeClr val="accent1"/>
          </a:solidFill>
          <a:ln>
            <a:noFill/>
          </a:ln>
          <a:effectLst>
            <a:outerShdw blurRad="57150" dist="19050" dir="5400000" algn="bl" rotWithShape="0">
              <a:schemeClr val="accent3">
                <a:alpha val="50000"/>
              </a:scheme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613" name="Google Shape;613;p38"/>
          <p:cNvGrpSpPr/>
          <p:nvPr/>
        </p:nvGrpSpPr>
        <p:grpSpPr>
          <a:xfrm>
            <a:off x="4682397" y="1663839"/>
            <a:ext cx="409015" cy="374218"/>
            <a:chOff x="6428388" y="3431122"/>
            <a:chExt cx="234783" cy="214796"/>
          </a:xfrm>
        </p:grpSpPr>
        <p:sp>
          <p:nvSpPr>
            <p:cNvPr id="614" name="Google Shape;614;p38"/>
            <p:cNvSpPr/>
            <p:nvPr/>
          </p:nvSpPr>
          <p:spPr>
            <a:xfrm>
              <a:off x="6428388" y="3431122"/>
              <a:ext cx="234783" cy="125947"/>
            </a:xfrm>
            <a:custGeom>
              <a:avLst/>
              <a:gdLst/>
              <a:ahLst/>
              <a:cxnLst/>
              <a:rect l="l" t="t" r="r" b="b"/>
              <a:pathLst>
                <a:path w="234783" h="125947" extrusionOk="0">
                  <a:moveTo>
                    <a:pt x="234784" y="125947"/>
                  </a:moveTo>
                  <a:lnTo>
                    <a:pt x="234784" y="104270"/>
                  </a:lnTo>
                  <a:lnTo>
                    <a:pt x="202557" y="0"/>
                  </a:lnTo>
                  <a:lnTo>
                    <a:pt x="180687" y="32677"/>
                  </a:lnTo>
                  <a:lnTo>
                    <a:pt x="192201" y="40332"/>
                  </a:lnTo>
                  <a:lnTo>
                    <a:pt x="197926" y="31776"/>
                  </a:lnTo>
                  <a:lnTo>
                    <a:pt x="218510" y="98416"/>
                  </a:lnTo>
                  <a:lnTo>
                    <a:pt x="16274" y="98416"/>
                  </a:lnTo>
                  <a:lnTo>
                    <a:pt x="36858" y="31776"/>
                  </a:lnTo>
                  <a:lnTo>
                    <a:pt x="42583" y="40332"/>
                  </a:lnTo>
                  <a:lnTo>
                    <a:pt x="54097" y="32677"/>
                  </a:lnTo>
                  <a:lnTo>
                    <a:pt x="32226" y="0"/>
                  </a:lnTo>
                  <a:lnTo>
                    <a:pt x="0" y="104270"/>
                  </a:lnTo>
                  <a:lnTo>
                    <a:pt x="0" y="125947"/>
                  </a:lnTo>
                  <a:lnTo>
                    <a:pt x="234784" y="12594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15" name="Google Shape;615;p38"/>
            <p:cNvSpPr/>
            <p:nvPr/>
          </p:nvSpPr>
          <p:spPr>
            <a:xfrm>
              <a:off x="6428388" y="3570513"/>
              <a:ext cx="234783" cy="75405"/>
            </a:xfrm>
            <a:custGeom>
              <a:avLst/>
              <a:gdLst/>
              <a:ahLst/>
              <a:cxnLst/>
              <a:rect l="l" t="t" r="r" b="b"/>
              <a:pathLst>
                <a:path w="234783" h="75405" extrusionOk="0">
                  <a:moveTo>
                    <a:pt x="0" y="0"/>
                  </a:moveTo>
                  <a:lnTo>
                    <a:pt x="0" y="20648"/>
                  </a:lnTo>
                  <a:cubicBezTo>
                    <a:pt x="2316" y="89604"/>
                    <a:pt x="99381" y="95136"/>
                    <a:pt x="110059" y="27531"/>
                  </a:cubicBezTo>
                  <a:lnTo>
                    <a:pt x="124725" y="27531"/>
                  </a:lnTo>
                  <a:cubicBezTo>
                    <a:pt x="135339" y="95136"/>
                    <a:pt x="232597" y="89475"/>
                    <a:pt x="234784" y="20648"/>
                  </a:cubicBezTo>
                  <a:lnTo>
                    <a:pt x="234784" y="0"/>
                  </a:ln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616" name="Google Shape;616;p38"/>
          <p:cNvSpPr/>
          <p:nvPr/>
        </p:nvSpPr>
        <p:spPr>
          <a:xfrm flipH="1">
            <a:off x="3761546" y="2988589"/>
            <a:ext cx="1005630" cy="1122946"/>
          </a:xfrm>
          <a:custGeom>
            <a:avLst/>
            <a:gdLst/>
            <a:ahLst/>
            <a:cxnLst/>
            <a:rect l="l" t="t" r="r" b="b"/>
            <a:pathLst>
              <a:path w="3009" h="3360" extrusionOk="0">
                <a:moveTo>
                  <a:pt x="0" y="1728"/>
                </a:moveTo>
                <a:lnTo>
                  <a:pt x="1633" y="3360"/>
                </a:lnTo>
                <a:cubicBezTo>
                  <a:pt x="2484" y="2495"/>
                  <a:pt x="3009" y="1309"/>
                  <a:pt x="3009" y="0"/>
                </a:cubicBezTo>
                <a:lnTo>
                  <a:pt x="710" y="0"/>
                </a:lnTo>
                <a:cubicBezTo>
                  <a:pt x="697" y="669"/>
                  <a:pt x="429" y="1276"/>
                  <a:pt x="0" y="1728"/>
                </a:cubicBezTo>
                <a:close/>
              </a:path>
            </a:pathLst>
          </a:custGeom>
          <a:solidFill>
            <a:schemeClr val="accent1"/>
          </a:solidFill>
          <a:ln>
            <a:noFill/>
          </a:ln>
          <a:effectLst>
            <a:outerShdw blurRad="57150" dist="19050" dir="5400000" algn="bl" rotWithShape="0">
              <a:schemeClr val="accent3">
                <a:alpha val="50000"/>
              </a:scheme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617" name="Google Shape;617;p38"/>
          <p:cNvGrpSpPr/>
          <p:nvPr/>
        </p:nvGrpSpPr>
        <p:grpSpPr>
          <a:xfrm>
            <a:off x="4077250" y="3286751"/>
            <a:ext cx="374222" cy="374221"/>
            <a:chOff x="7346104" y="3475184"/>
            <a:chExt cx="234784" cy="234783"/>
          </a:xfrm>
        </p:grpSpPr>
        <p:sp>
          <p:nvSpPr>
            <p:cNvPr id="618" name="Google Shape;618;p38"/>
            <p:cNvSpPr/>
            <p:nvPr/>
          </p:nvSpPr>
          <p:spPr>
            <a:xfrm>
              <a:off x="7346104" y="3490172"/>
              <a:ext cx="110702" cy="219731"/>
            </a:xfrm>
            <a:custGeom>
              <a:avLst/>
              <a:gdLst/>
              <a:ahLst/>
              <a:cxnLst/>
              <a:rect l="l" t="t" r="r" b="b"/>
              <a:pathLst>
                <a:path w="110702" h="219731" extrusionOk="0">
                  <a:moveTo>
                    <a:pt x="62330" y="58406"/>
                  </a:moveTo>
                  <a:lnTo>
                    <a:pt x="33513" y="39174"/>
                  </a:lnTo>
                  <a:lnTo>
                    <a:pt x="59628" y="0"/>
                  </a:lnTo>
                  <a:cubicBezTo>
                    <a:pt x="24765" y="6497"/>
                    <a:pt x="0" y="36922"/>
                    <a:pt x="0" y="71722"/>
                  </a:cubicBezTo>
                  <a:lnTo>
                    <a:pt x="0" y="137204"/>
                  </a:lnTo>
                  <a:lnTo>
                    <a:pt x="27531" y="137204"/>
                  </a:lnTo>
                  <a:lnTo>
                    <a:pt x="27531" y="74874"/>
                  </a:lnTo>
                  <a:lnTo>
                    <a:pt x="41618" y="74874"/>
                  </a:lnTo>
                  <a:lnTo>
                    <a:pt x="41618" y="137204"/>
                  </a:lnTo>
                  <a:lnTo>
                    <a:pt x="89925" y="137204"/>
                  </a:lnTo>
                  <a:lnTo>
                    <a:pt x="89925" y="192201"/>
                  </a:lnTo>
                  <a:lnTo>
                    <a:pt x="41618" y="192201"/>
                  </a:lnTo>
                  <a:lnTo>
                    <a:pt x="41618" y="219732"/>
                  </a:lnTo>
                  <a:lnTo>
                    <a:pt x="110702" y="219732"/>
                  </a:lnTo>
                  <a:lnTo>
                    <a:pt x="110702" y="122345"/>
                  </a:lnTo>
                  <a:lnTo>
                    <a:pt x="62394" y="93335"/>
                  </a:lnTo>
                  <a:lnTo>
                    <a:pt x="62394" y="5834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19" name="Google Shape;619;p38"/>
            <p:cNvSpPr/>
            <p:nvPr/>
          </p:nvSpPr>
          <p:spPr>
            <a:xfrm>
              <a:off x="7387657" y="3640819"/>
              <a:ext cx="34220" cy="27530"/>
            </a:xfrm>
            <a:custGeom>
              <a:avLst/>
              <a:gdLst/>
              <a:ahLst/>
              <a:cxnLst/>
              <a:rect l="l" t="t" r="r" b="b"/>
              <a:pathLst>
                <a:path w="34220" h="27530" extrusionOk="0">
                  <a:moveTo>
                    <a:pt x="0" y="0"/>
                  </a:moveTo>
                  <a:lnTo>
                    <a:pt x="34221" y="0"/>
                  </a:lnTo>
                  <a:lnTo>
                    <a:pt x="34221" y="27531"/>
                  </a:lnTo>
                  <a:lnTo>
                    <a:pt x="0" y="27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20" name="Google Shape;620;p38"/>
            <p:cNvSpPr/>
            <p:nvPr/>
          </p:nvSpPr>
          <p:spPr>
            <a:xfrm>
              <a:off x="7504985" y="3640819"/>
              <a:ext cx="34220" cy="27530"/>
            </a:xfrm>
            <a:custGeom>
              <a:avLst/>
              <a:gdLst/>
              <a:ahLst/>
              <a:cxnLst/>
              <a:rect l="l" t="t" r="r" b="b"/>
              <a:pathLst>
                <a:path w="34220" h="27530" extrusionOk="0">
                  <a:moveTo>
                    <a:pt x="0" y="0"/>
                  </a:moveTo>
                  <a:lnTo>
                    <a:pt x="34220" y="0"/>
                  </a:lnTo>
                  <a:lnTo>
                    <a:pt x="34220" y="27531"/>
                  </a:lnTo>
                  <a:lnTo>
                    <a:pt x="0" y="275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21" name="Google Shape;621;p38"/>
            <p:cNvSpPr/>
            <p:nvPr/>
          </p:nvSpPr>
          <p:spPr>
            <a:xfrm>
              <a:off x="7470186" y="3490493"/>
              <a:ext cx="110702" cy="219474"/>
            </a:xfrm>
            <a:custGeom>
              <a:avLst/>
              <a:gdLst/>
              <a:ahLst/>
              <a:cxnLst/>
              <a:rect l="l" t="t" r="r" b="b"/>
              <a:pathLst>
                <a:path w="110702" h="219474" extrusionOk="0">
                  <a:moveTo>
                    <a:pt x="51009" y="0"/>
                  </a:moveTo>
                  <a:lnTo>
                    <a:pt x="77125" y="39045"/>
                  </a:lnTo>
                  <a:lnTo>
                    <a:pt x="48308" y="58214"/>
                  </a:lnTo>
                  <a:lnTo>
                    <a:pt x="48308" y="93206"/>
                  </a:lnTo>
                  <a:lnTo>
                    <a:pt x="0" y="122216"/>
                  </a:lnTo>
                  <a:lnTo>
                    <a:pt x="0" y="219475"/>
                  </a:lnTo>
                  <a:lnTo>
                    <a:pt x="69084" y="219475"/>
                  </a:lnTo>
                  <a:lnTo>
                    <a:pt x="69084" y="191944"/>
                  </a:lnTo>
                  <a:lnTo>
                    <a:pt x="20777" y="191944"/>
                  </a:lnTo>
                  <a:lnTo>
                    <a:pt x="20777" y="136947"/>
                  </a:lnTo>
                  <a:lnTo>
                    <a:pt x="69084" y="136947"/>
                  </a:lnTo>
                  <a:lnTo>
                    <a:pt x="69084" y="74616"/>
                  </a:lnTo>
                  <a:lnTo>
                    <a:pt x="83171" y="74616"/>
                  </a:lnTo>
                  <a:lnTo>
                    <a:pt x="83171" y="136947"/>
                  </a:lnTo>
                  <a:lnTo>
                    <a:pt x="110702" y="136947"/>
                  </a:lnTo>
                  <a:lnTo>
                    <a:pt x="110702" y="71593"/>
                  </a:lnTo>
                  <a:cubicBezTo>
                    <a:pt x="110702" y="36922"/>
                    <a:pt x="85937" y="6561"/>
                    <a:pt x="51074" y="129"/>
                  </a:cubicBezTo>
                  <a:lnTo>
                    <a:pt x="51074" y="12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22" name="Google Shape;622;p38"/>
            <p:cNvSpPr/>
            <p:nvPr/>
          </p:nvSpPr>
          <p:spPr>
            <a:xfrm>
              <a:off x="7439310" y="3475184"/>
              <a:ext cx="48371" cy="117392"/>
            </a:xfrm>
            <a:custGeom>
              <a:avLst/>
              <a:gdLst/>
              <a:ahLst/>
              <a:cxnLst/>
              <a:rect l="l" t="t" r="r" b="b"/>
              <a:pathLst>
                <a:path w="48371" h="117392" extrusionOk="0">
                  <a:moveTo>
                    <a:pt x="0" y="0"/>
                  </a:moveTo>
                  <a:lnTo>
                    <a:pt x="24186" y="117392"/>
                  </a:lnTo>
                  <a:lnTo>
                    <a:pt x="48372" y="0"/>
                  </a:ln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23" name="Google Shape;623;p38"/>
            <p:cNvSpPr/>
            <p:nvPr/>
          </p:nvSpPr>
          <p:spPr>
            <a:xfrm>
              <a:off x="7477776" y="3483289"/>
              <a:ext cx="50623" cy="108901"/>
            </a:xfrm>
            <a:custGeom>
              <a:avLst/>
              <a:gdLst/>
              <a:ahLst/>
              <a:cxnLst/>
              <a:rect l="l" t="t" r="r" b="b"/>
              <a:pathLst>
                <a:path w="50623" h="108901" extrusionOk="0">
                  <a:moveTo>
                    <a:pt x="27209" y="92563"/>
                  </a:moveTo>
                  <a:lnTo>
                    <a:pt x="27209" y="57828"/>
                  </a:lnTo>
                  <a:lnTo>
                    <a:pt x="50623" y="42261"/>
                  </a:lnTo>
                  <a:lnTo>
                    <a:pt x="22449" y="0"/>
                  </a:lnTo>
                  <a:lnTo>
                    <a:pt x="0" y="108901"/>
                  </a:lnTo>
                  <a:lnTo>
                    <a:pt x="27209" y="9256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24" name="Google Shape;624;p38"/>
            <p:cNvSpPr/>
            <p:nvPr/>
          </p:nvSpPr>
          <p:spPr>
            <a:xfrm>
              <a:off x="7398464" y="3483289"/>
              <a:ext cx="50623" cy="108901"/>
            </a:xfrm>
            <a:custGeom>
              <a:avLst/>
              <a:gdLst/>
              <a:ahLst/>
              <a:cxnLst/>
              <a:rect l="l" t="t" r="r" b="b"/>
              <a:pathLst>
                <a:path w="50623" h="108901" extrusionOk="0">
                  <a:moveTo>
                    <a:pt x="50623" y="108901"/>
                  </a:moveTo>
                  <a:lnTo>
                    <a:pt x="28174" y="0"/>
                  </a:lnTo>
                  <a:lnTo>
                    <a:pt x="0" y="42261"/>
                  </a:lnTo>
                  <a:lnTo>
                    <a:pt x="23414" y="57828"/>
                  </a:lnTo>
                  <a:lnTo>
                    <a:pt x="23414" y="92563"/>
                  </a:lnTo>
                  <a:lnTo>
                    <a:pt x="50623" y="10890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625" name="Google Shape;625;p38"/>
          <p:cNvSpPr/>
          <p:nvPr/>
        </p:nvSpPr>
        <p:spPr>
          <a:xfrm flipH="1">
            <a:off x="3761546" y="1833232"/>
            <a:ext cx="1007970" cy="1132303"/>
          </a:xfrm>
          <a:custGeom>
            <a:avLst/>
            <a:gdLst/>
            <a:ahLst/>
            <a:cxnLst/>
            <a:rect l="l" t="t" r="r" b="b"/>
            <a:pathLst>
              <a:path w="3016" h="3388" extrusionOk="0">
                <a:moveTo>
                  <a:pt x="3016" y="3388"/>
                </a:moveTo>
                <a:cubicBezTo>
                  <a:pt x="3016" y="2065"/>
                  <a:pt x="2480" y="867"/>
                  <a:pt x="1614" y="0"/>
                </a:cubicBezTo>
                <a:lnTo>
                  <a:pt x="0" y="1614"/>
                </a:lnTo>
                <a:cubicBezTo>
                  <a:pt x="441" y="2075"/>
                  <a:pt x="714" y="2700"/>
                  <a:pt x="718" y="3388"/>
                </a:cubicBezTo>
                <a:lnTo>
                  <a:pt x="3016" y="3388"/>
                </a:lnTo>
                <a:close/>
              </a:path>
            </a:pathLst>
          </a:custGeom>
          <a:solidFill>
            <a:schemeClr val="accent1"/>
          </a:solidFill>
          <a:ln>
            <a:noFill/>
          </a:ln>
          <a:effectLst>
            <a:outerShdw blurRad="57150" dist="19050" dir="5400000" algn="bl" rotWithShape="0">
              <a:schemeClr val="accent3">
                <a:alpha val="50000"/>
              </a:schemeClr>
            </a:outerShdw>
          </a:effectLst>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626" name="Google Shape;626;p38"/>
          <p:cNvGrpSpPr/>
          <p:nvPr/>
        </p:nvGrpSpPr>
        <p:grpSpPr>
          <a:xfrm>
            <a:off x="4053615" y="2288469"/>
            <a:ext cx="423832" cy="374230"/>
            <a:chOff x="7760546" y="4411168"/>
            <a:chExt cx="234784" cy="207318"/>
          </a:xfrm>
        </p:grpSpPr>
        <p:sp>
          <p:nvSpPr>
            <p:cNvPr id="627" name="Google Shape;627;p38"/>
            <p:cNvSpPr/>
            <p:nvPr/>
          </p:nvSpPr>
          <p:spPr>
            <a:xfrm>
              <a:off x="7898844" y="4516725"/>
              <a:ext cx="54997" cy="32612"/>
            </a:xfrm>
            <a:custGeom>
              <a:avLst/>
              <a:gdLst/>
              <a:ahLst/>
              <a:cxnLst/>
              <a:rect l="l" t="t" r="r" b="b"/>
              <a:pathLst>
                <a:path w="54997" h="32612" extrusionOk="0">
                  <a:moveTo>
                    <a:pt x="54933" y="5532"/>
                  </a:moveTo>
                  <a:lnTo>
                    <a:pt x="44641" y="13830"/>
                  </a:lnTo>
                  <a:lnTo>
                    <a:pt x="27466" y="0"/>
                  </a:lnTo>
                  <a:lnTo>
                    <a:pt x="10292" y="13830"/>
                  </a:lnTo>
                  <a:lnTo>
                    <a:pt x="0" y="5532"/>
                  </a:lnTo>
                  <a:lnTo>
                    <a:pt x="0" y="32613"/>
                  </a:lnTo>
                  <a:lnTo>
                    <a:pt x="54997" y="32613"/>
                  </a:lnTo>
                  <a:lnTo>
                    <a:pt x="54997" y="553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28" name="Google Shape;628;p38"/>
            <p:cNvSpPr/>
            <p:nvPr/>
          </p:nvSpPr>
          <p:spPr>
            <a:xfrm>
              <a:off x="7898715" y="4480253"/>
              <a:ext cx="54997" cy="32612"/>
            </a:xfrm>
            <a:custGeom>
              <a:avLst/>
              <a:gdLst/>
              <a:ahLst/>
              <a:cxnLst/>
              <a:rect l="l" t="t" r="r" b="b"/>
              <a:pathLst>
                <a:path w="54997" h="32612" extrusionOk="0">
                  <a:moveTo>
                    <a:pt x="27531" y="18783"/>
                  </a:moveTo>
                  <a:lnTo>
                    <a:pt x="44706" y="32613"/>
                  </a:lnTo>
                  <a:lnTo>
                    <a:pt x="54997" y="24315"/>
                  </a:lnTo>
                  <a:lnTo>
                    <a:pt x="54997" y="0"/>
                  </a:lnTo>
                  <a:lnTo>
                    <a:pt x="0" y="0"/>
                  </a:lnTo>
                  <a:lnTo>
                    <a:pt x="0" y="24315"/>
                  </a:lnTo>
                  <a:lnTo>
                    <a:pt x="10292" y="32613"/>
                  </a:lnTo>
                  <a:lnTo>
                    <a:pt x="27467" y="1878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29" name="Google Shape;629;p38"/>
            <p:cNvSpPr/>
            <p:nvPr/>
          </p:nvSpPr>
          <p:spPr>
            <a:xfrm>
              <a:off x="7760546" y="4439278"/>
              <a:ext cx="234784" cy="151612"/>
            </a:xfrm>
            <a:custGeom>
              <a:avLst/>
              <a:gdLst/>
              <a:ahLst/>
              <a:cxnLst/>
              <a:rect l="l" t="t" r="r" b="b"/>
              <a:pathLst>
                <a:path w="234784" h="151612" extrusionOk="0">
                  <a:moveTo>
                    <a:pt x="0" y="0"/>
                  </a:moveTo>
                  <a:lnTo>
                    <a:pt x="0" y="151613"/>
                  </a:lnTo>
                  <a:lnTo>
                    <a:pt x="234784" y="151613"/>
                  </a:lnTo>
                  <a:lnTo>
                    <a:pt x="234784" y="0"/>
                  </a:lnTo>
                  <a:lnTo>
                    <a:pt x="0" y="0"/>
                  </a:lnTo>
                  <a:close/>
                  <a:moveTo>
                    <a:pt x="41618" y="124146"/>
                  </a:moveTo>
                  <a:lnTo>
                    <a:pt x="27531" y="124146"/>
                  </a:lnTo>
                  <a:lnTo>
                    <a:pt x="27531" y="110059"/>
                  </a:lnTo>
                  <a:lnTo>
                    <a:pt x="41618" y="110059"/>
                  </a:lnTo>
                  <a:lnTo>
                    <a:pt x="41618" y="124146"/>
                  </a:lnTo>
                  <a:close/>
                  <a:moveTo>
                    <a:pt x="41618" y="96615"/>
                  </a:moveTo>
                  <a:lnTo>
                    <a:pt x="27531" y="96615"/>
                  </a:lnTo>
                  <a:lnTo>
                    <a:pt x="27531" y="82528"/>
                  </a:lnTo>
                  <a:lnTo>
                    <a:pt x="41618" y="82528"/>
                  </a:lnTo>
                  <a:lnTo>
                    <a:pt x="41618" y="96615"/>
                  </a:lnTo>
                  <a:close/>
                  <a:moveTo>
                    <a:pt x="69084" y="124146"/>
                  </a:moveTo>
                  <a:lnTo>
                    <a:pt x="54997" y="124146"/>
                  </a:lnTo>
                  <a:lnTo>
                    <a:pt x="54997" y="110059"/>
                  </a:lnTo>
                  <a:lnTo>
                    <a:pt x="69084" y="110059"/>
                  </a:lnTo>
                  <a:lnTo>
                    <a:pt x="69084" y="124146"/>
                  </a:lnTo>
                  <a:close/>
                  <a:moveTo>
                    <a:pt x="69084" y="96615"/>
                  </a:moveTo>
                  <a:lnTo>
                    <a:pt x="54997" y="96615"/>
                  </a:lnTo>
                  <a:lnTo>
                    <a:pt x="54997" y="82528"/>
                  </a:lnTo>
                  <a:lnTo>
                    <a:pt x="69084" y="82528"/>
                  </a:lnTo>
                  <a:lnTo>
                    <a:pt x="69084" y="96615"/>
                  </a:lnTo>
                  <a:close/>
                  <a:moveTo>
                    <a:pt x="97258" y="124146"/>
                  </a:moveTo>
                  <a:lnTo>
                    <a:pt x="83171" y="124146"/>
                  </a:lnTo>
                  <a:lnTo>
                    <a:pt x="83171" y="110059"/>
                  </a:lnTo>
                  <a:lnTo>
                    <a:pt x="97258" y="110059"/>
                  </a:lnTo>
                  <a:lnTo>
                    <a:pt x="97258" y="124146"/>
                  </a:lnTo>
                  <a:close/>
                  <a:moveTo>
                    <a:pt x="97258" y="96615"/>
                  </a:moveTo>
                  <a:lnTo>
                    <a:pt x="83171" y="96615"/>
                  </a:lnTo>
                  <a:lnTo>
                    <a:pt x="83171" y="82528"/>
                  </a:lnTo>
                  <a:lnTo>
                    <a:pt x="97258" y="82528"/>
                  </a:lnTo>
                  <a:lnTo>
                    <a:pt x="97258" y="96615"/>
                  </a:lnTo>
                  <a:close/>
                  <a:moveTo>
                    <a:pt x="96615" y="69084"/>
                  </a:moveTo>
                  <a:lnTo>
                    <a:pt x="27531" y="69084"/>
                  </a:lnTo>
                  <a:lnTo>
                    <a:pt x="27531" y="54997"/>
                  </a:lnTo>
                  <a:lnTo>
                    <a:pt x="96615" y="54997"/>
                  </a:lnTo>
                  <a:lnTo>
                    <a:pt x="96615" y="69084"/>
                  </a:lnTo>
                  <a:close/>
                  <a:moveTo>
                    <a:pt x="96615" y="41618"/>
                  </a:moveTo>
                  <a:lnTo>
                    <a:pt x="27531" y="41618"/>
                  </a:lnTo>
                  <a:lnTo>
                    <a:pt x="27531" y="27531"/>
                  </a:lnTo>
                  <a:lnTo>
                    <a:pt x="96615" y="27531"/>
                  </a:lnTo>
                  <a:lnTo>
                    <a:pt x="96615" y="41618"/>
                  </a:lnTo>
                  <a:close/>
                  <a:moveTo>
                    <a:pt x="207253" y="124146"/>
                  </a:moveTo>
                  <a:lnTo>
                    <a:pt x="124082" y="124146"/>
                  </a:lnTo>
                  <a:lnTo>
                    <a:pt x="124082" y="27531"/>
                  </a:lnTo>
                  <a:lnTo>
                    <a:pt x="207253" y="27531"/>
                  </a:lnTo>
                  <a:lnTo>
                    <a:pt x="207253" y="12414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30" name="Google Shape;630;p38"/>
            <p:cNvSpPr/>
            <p:nvPr/>
          </p:nvSpPr>
          <p:spPr>
            <a:xfrm>
              <a:off x="7781387" y="4604399"/>
              <a:ext cx="41553" cy="14087"/>
            </a:xfrm>
            <a:custGeom>
              <a:avLst/>
              <a:gdLst/>
              <a:ahLst/>
              <a:cxnLst/>
              <a:rect l="l" t="t" r="r" b="b"/>
              <a:pathLst>
                <a:path w="41553" h="14087" extrusionOk="0">
                  <a:moveTo>
                    <a:pt x="0" y="0"/>
                  </a:moveTo>
                  <a:lnTo>
                    <a:pt x="41554" y="0"/>
                  </a:lnTo>
                  <a:lnTo>
                    <a:pt x="41554" y="14087"/>
                  </a:lnTo>
                  <a:lnTo>
                    <a:pt x="0" y="140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31" name="Google Shape;631;p38"/>
            <p:cNvSpPr/>
            <p:nvPr/>
          </p:nvSpPr>
          <p:spPr>
            <a:xfrm>
              <a:off x="7933000" y="4604399"/>
              <a:ext cx="41553" cy="14087"/>
            </a:xfrm>
            <a:custGeom>
              <a:avLst/>
              <a:gdLst/>
              <a:ahLst/>
              <a:cxnLst/>
              <a:rect l="l" t="t" r="r" b="b"/>
              <a:pathLst>
                <a:path w="41553" h="14087" extrusionOk="0">
                  <a:moveTo>
                    <a:pt x="0" y="0"/>
                  </a:moveTo>
                  <a:lnTo>
                    <a:pt x="41554" y="0"/>
                  </a:lnTo>
                  <a:lnTo>
                    <a:pt x="41554" y="14087"/>
                  </a:lnTo>
                  <a:lnTo>
                    <a:pt x="0" y="140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32" name="Google Shape;632;p38"/>
            <p:cNvSpPr/>
            <p:nvPr/>
          </p:nvSpPr>
          <p:spPr>
            <a:xfrm>
              <a:off x="7892025" y="4411168"/>
              <a:ext cx="27530" cy="14087"/>
            </a:xfrm>
            <a:custGeom>
              <a:avLst/>
              <a:gdLst/>
              <a:ahLst/>
              <a:cxnLst/>
              <a:rect l="l" t="t" r="r" b="b"/>
              <a:pathLst>
                <a:path w="27530" h="14087" extrusionOk="0">
                  <a:moveTo>
                    <a:pt x="0" y="0"/>
                  </a:moveTo>
                  <a:lnTo>
                    <a:pt x="27531" y="0"/>
                  </a:lnTo>
                  <a:lnTo>
                    <a:pt x="27531" y="14087"/>
                  </a:lnTo>
                  <a:lnTo>
                    <a:pt x="0" y="140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33" name="Google Shape;633;p38"/>
            <p:cNvSpPr/>
            <p:nvPr/>
          </p:nvSpPr>
          <p:spPr>
            <a:xfrm>
              <a:off x="7933579" y="4411168"/>
              <a:ext cx="27530" cy="14087"/>
            </a:xfrm>
            <a:custGeom>
              <a:avLst/>
              <a:gdLst/>
              <a:ahLst/>
              <a:cxnLst/>
              <a:rect l="l" t="t" r="r" b="b"/>
              <a:pathLst>
                <a:path w="27530" h="14087" extrusionOk="0">
                  <a:moveTo>
                    <a:pt x="0" y="0"/>
                  </a:moveTo>
                  <a:lnTo>
                    <a:pt x="27531" y="0"/>
                  </a:lnTo>
                  <a:lnTo>
                    <a:pt x="27531" y="14087"/>
                  </a:lnTo>
                  <a:lnTo>
                    <a:pt x="0" y="140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cxnSp>
        <p:nvCxnSpPr>
          <p:cNvPr id="634" name="Google Shape;634;p38"/>
          <p:cNvCxnSpPr>
            <a:cxnSpLocks/>
            <a:stCxn id="597" idx="1"/>
          </p:cNvCxnSpPr>
          <p:nvPr/>
        </p:nvCxnSpPr>
        <p:spPr>
          <a:xfrm>
            <a:off x="3148608" y="1920391"/>
            <a:ext cx="567588" cy="571233"/>
          </a:xfrm>
          <a:prstGeom prst="bentConnector2">
            <a:avLst/>
          </a:prstGeom>
          <a:noFill/>
          <a:ln w="19050" cap="flat" cmpd="sng">
            <a:solidFill>
              <a:schemeClr val="dk1"/>
            </a:solidFill>
            <a:prstDash val="dot"/>
            <a:round/>
            <a:headEnd type="none" w="med" len="med"/>
            <a:tailEnd type="oval" w="med" len="med"/>
          </a:ln>
        </p:spPr>
      </p:cxnSp>
      <p:cxnSp>
        <p:nvCxnSpPr>
          <p:cNvPr id="635" name="Google Shape;635;p38"/>
          <p:cNvCxnSpPr>
            <a:cxnSpLocks/>
            <a:stCxn id="599" idx="1"/>
          </p:cNvCxnSpPr>
          <p:nvPr/>
        </p:nvCxnSpPr>
        <p:spPr>
          <a:xfrm>
            <a:off x="3099674" y="4223893"/>
            <a:ext cx="1316700" cy="140935"/>
          </a:xfrm>
          <a:prstGeom prst="bentConnector3">
            <a:avLst>
              <a:gd name="adj1" fmla="val 50000"/>
            </a:avLst>
          </a:prstGeom>
          <a:noFill/>
          <a:ln w="19050" cap="flat" cmpd="sng">
            <a:solidFill>
              <a:schemeClr val="dk1"/>
            </a:solidFill>
            <a:prstDash val="dot"/>
            <a:round/>
            <a:headEnd type="none" w="med" len="med"/>
            <a:tailEnd type="oval" w="med" len="med"/>
          </a:ln>
        </p:spPr>
      </p:cxnSp>
      <p:cxnSp>
        <p:nvCxnSpPr>
          <p:cNvPr id="636" name="Google Shape;636;p38"/>
          <p:cNvCxnSpPr>
            <a:cxnSpLocks/>
            <a:stCxn id="603" idx="3"/>
          </p:cNvCxnSpPr>
          <p:nvPr/>
        </p:nvCxnSpPr>
        <p:spPr>
          <a:xfrm rot="10800000">
            <a:off x="4718425" y="3272008"/>
            <a:ext cx="1218000" cy="426957"/>
          </a:xfrm>
          <a:prstGeom prst="bentConnector3">
            <a:avLst>
              <a:gd name="adj1" fmla="val 50000"/>
            </a:avLst>
          </a:prstGeom>
          <a:noFill/>
          <a:ln w="19050" cap="flat" cmpd="sng">
            <a:solidFill>
              <a:schemeClr val="dk1"/>
            </a:solidFill>
            <a:prstDash val="dot"/>
            <a:round/>
            <a:headEnd type="none" w="med" len="med"/>
            <a:tailEnd type="oval" w="med" len="med"/>
          </a:ln>
        </p:spPr>
      </p:cxnSp>
      <p:cxnSp>
        <p:nvCxnSpPr>
          <p:cNvPr id="637" name="Google Shape;637;p38"/>
          <p:cNvCxnSpPr>
            <a:cxnSpLocks/>
            <a:stCxn id="601" idx="3"/>
          </p:cNvCxnSpPr>
          <p:nvPr/>
        </p:nvCxnSpPr>
        <p:spPr>
          <a:xfrm rot="10800000">
            <a:off x="5503204" y="1774271"/>
            <a:ext cx="433194" cy="379257"/>
          </a:xfrm>
          <a:prstGeom prst="bentConnector3">
            <a:avLst>
              <a:gd name="adj1" fmla="val 50000"/>
            </a:avLst>
          </a:prstGeom>
          <a:noFill/>
          <a:ln w="19050" cap="flat" cmpd="sng">
            <a:solidFill>
              <a:schemeClr val="dk1"/>
            </a:solidFill>
            <a:prstDash val="dot"/>
            <a:round/>
            <a:headEnd type="none" w="med" len="med"/>
            <a:tailEnd type="oval"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36"/>
          <p:cNvSpPr/>
          <p:nvPr/>
        </p:nvSpPr>
        <p:spPr>
          <a:xfrm>
            <a:off x="5417500" y="1313275"/>
            <a:ext cx="3011400" cy="3011400"/>
          </a:xfrm>
          <a:prstGeom prst="arc">
            <a:avLst>
              <a:gd name="adj1" fmla="val 16200000"/>
              <a:gd name="adj2" fmla="val 15110778"/>
            </a:avLst>
          </a:prstGeom>
          <a:noFill/>
          <a:ln w="19050" cap="flat" cmpd="sng">
            <a:solidFill>
              <a:schemeClr val="dk1"/>
            </a:solidFill>
            <a:prstDash val="dot"/>
            <a:round/>
            <a:headEnd type="none" w="sm" len="sm"/>
            <a:tailEnd type="triangl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544" name="Google Shape;544;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Limitation</a:t>
            </a:r>
            <a:endParaRPr dirty="0"/>
          </a:p>
        </p:txBody>
      </p:sp>
      <p:sp>
        <p:nvSpPr>
          <p:cNvPr id="545" name="Google Shape;545;p36"/>
          <p:cNvSpPr/>
          <p:nvPr/>
        </p:nvSpPr>
        <p:spPr>
          <a:xfrm>
            <a:off x="720022" y="1521653"/>
            <a:ext cx="137400" cy="1374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546" name="Google Shape;546;p36"/>
          <p:cNvSpPr txBox="1"/>
          <p:nvPr/>
        </p:nvSpPr>
        <p:spPr>
          <a:xfrm>
            <a:off x="857418" y="1313281"/>
            <a:ext cx="4358247" cy="5541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2000" b="1" dirty="0">
                <a:solidFill>
                  <a:schemeClr val="dk1"/>
                </a:solidFill>
                <a:latin typeface="Archivo"/>
                <a:ea typeface="Archivo"/>
                <a:cs typeface="Archivo"/>
                <a:sym typeface="Archivo"/>
              </a:rPr>
              <a:t>Only considering cats and dogs etc.</a:t>
            </a:r>
            <a:endParaRPr sz="2000" b="1" dirty="0">
              <a:solidFill>
                <a:schemeClr val="dk1"/>
              </a:solidFill>
              <a:latin typeface="Archivo"/>
              <a:ea typeface="Archivo"/>
              <a:cs typeface="Archivo"/>
              <a:sym typeface="Archivo"/>
            </a:endParaRPr>
          </a:p>
        </p:txBody>
      </p:sp>
      <p:sp>
        <p:nvSpPr>
          <p:cNvPr id="548" name="Google Shape;548;p36"/>
          <p:cNvSpPr/>
          <p:nvPr/>
        </p:nvSpPr>
        <p:spPr>
          <a:xfrm>
            <a:off x="711460" y="2567272"/>
            <a:ext cx="137400" cy="1374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549" name="Google Shape;549;p36"/>
          <p:cNvSpPr txBox="1"/>
          <p:nvPr/>
        </p:nvSpPr>
        <p:spPr>
          <a:xfrm>
            <a:off x="830368" y="2425035"/>
            <a:ext cx="4560081" cy="5541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2000" b="1" dirty="0">
                <a:solidFill>
                  <a:schemeClr val="dk1"/>
                </a:solidFill>
                <a:latin typeface="Archivo"/>
                <a:ea typeface="Archivo"/>
                <a:cs typeface="Archivo"/>
                <a:sym typeface="Archivo"/>
              </a:rPr>
              <a:t>Practical measures for alleviating loneliness</a:t>
            </a:r>
            <a:endParaRPr sz="2000" b="1" dirty="0">
              <a:solidFill>
                <a:schemeClr val="dk1"/>
              </a:solidFill>
              <a:latin typeface="Archivo"/>
              <a:ea typeface="Archivo"/>
              <a:cs typeface="Archivo"/>
              <a:sym typeface="Archivo"/>
            </a:endParaRPr>
          </a:p>
        </p:txBody>
      </p:sp>
      <p:sp>
        <p:nvSpPr>
          <p:cNvPr id="551" name="Google Shape;551;p36"/>
          <p:cNvSpPr/>
          <p:nvPr/>
        </p:nvSpPr>
        <p:spPr>
          <a:xfrm>
            <a:off x="715100" y="3612891"/>
            <a:ext cx="137400" cy="137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552" name="Google Shape;552;p36"/>
          <p:cNvSpPr txBox="1"/>
          <p:nvPr/>
        </p:nvSpPr>
        <p:spPr>
          <a:xfrm>
            <a:off x="848860" y="3433244"/>
            <a:ext cx="4358246" cy="5541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000" b="1" dirty="0">
                <a:solidFill>
                  <a:schemeClr val="dk1"/>
                </a:solidFill>
                <a:latin typeface="Archivo"/>
                <a:ea typeface="Archivo"/>
                <a:cs typeface="Archivo"/>
                <a:sym typeface="Archivo"/>
              </a:rPr>
              <a:t>Assuming linear relationship</a:t>
            </a:r>
            <a:endParaRPr sz="2000" b="1" dirty="0">
              <a:solidFill>
                <a:schemeClr val="dk1"/>
              </a:solidFill>
              <a:latin typeface="Archivo"/>
              <a:ea typeface="Archivo"/>
              <a:cs typeface="Archivo"/>
              <a:sym typeface="Archivo"/>
            </a:endParaRPr>
          </a:p>
        </p:txBody>
      </p:sp>
      <p:sp>
        <p:nvSpPr>
          <p:cNvPr id="560" name="Google Shape;560;p36"/>
          <p:cNvSpPr/>
          <p:nvPr/>
        </p:nvSpPr>
        <p:spPr>
          <a:xfrm>
            <a:off x="7194794" y="1572114"/>
            <a:ext cx="1034437" cy="1361212"/>
          </a:xfrm>
          <a:custGeom>
            <a:avLst/>
            <a:gdLst/>
            <a:ahLst/>
            <a:cxnLst/>
            <a:rect l="l" t="t" r="r" b="b"/>
            <a:pathLst>
              <a:path w="2107" h="2774" extrusionOk="0">
                <a:moveTo>
                  <a:pt x="1598" y="966"/>
                </a:moveTo>
                <a:lnTo>
                  <a:pt x="1598" y="966"/>
                </a:lnTo>
                <a:cubicBezTo>
                  <a:pt x="1268" y="512"/>
                  <a:pt x="802" y="173"/>
                  <a:pt x="268" y="0"/>
                </a:cubicBezTo>
                <a:lnTo>
                  <a:pt x="267" y="5"/>
                </a:lnTo>
                <a:lnTo>
                  <a:pt x="391" y="488"/>
                </a:lnTo>
                <a:lnTo>
                  <a:pt x="1" y="826"/>
                </a:lnTo>
                <a:lnTo>
                  <a:pt x="0" y="830"/>
                </a:lnTo>
                <a:lnTo>
                  <a:pt x="0" y="830"/>
                </a:lnTo>
                <a:cubicBezTo>
                  <a:pt x="715" y="1062"/>
                  <a:pt x="1233" y="1735"/>
                  <a:pt x="1234" y="2529"/>
                </a:cubicBezTo>
                <a:lnTo>
                  <a:pt x="1670" y="2773"/>
                </a:lnTo>
                <a:lnTo>
                  <a:pt x="2106" y="2529"/>
                </a:lnTo>
                <a:lnTo>
                  <a:pt x="2106" y="2529"/>
                </a:lnTo>
                <a:cubicBezTo>
                  <a:pt x="2106" y="1967"/>
                  <a:pt x="1928" y="1420"/>
                  <a:pt x="1598" y="966"/>
                </a:cubicBezTo>
              </a:path>
            </a:pathLst>
          </a:custGeom>
          <a:solidFill>
            <a:schemeClr val="lt2"/>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None/>
            </a:pPr>
            <a:endParaRPr sz="1800" b="0" i="0" u="none">
              <a:solidFill>
                <a:srgbClr val="000000"/>
              </a:solidFill>
              <a:latin typeface="Arial"/>
              <a:ea typeface="Arial"/>
              <a:cs typeface="Arial"/>
              <a:sym typeface="Arial"/>
            </a:endParaRPr>
          </a:p>
        </p:txBody>
      </p:sp>
      <p:sp>
        <p:nvSpPr>
          <p:cNvPr id="561" name="Google Shape;561;p36"/>
          <p:cNvSpPr/>
          <p:nvPr/>
        </p:nvSpPr>
        <p:spPr>
          <a:xfrm>
            <a:off x="5866046" y="1485550"/>
            <a:ext cx="1521356" cy="813704"/>
          </a:xfrm>
          <a:custGeom>
            <a:avLst/>
            <a:gdLst/>
            <a:ahLst/>
            <a:cxnLst/>
            <a:rect l="l" t="t" r="r" b="b"/>
            <a:pathLst>
              <a:path w="3098" h="1656" extrusionOk="0">
                <a:moveTo>
                  <a:pt x="2153" y="916"/>
                </a:moveTo>
                <a:lnTo>
                  <a:pt x="2153" y="916"/>
                </a:lnTo>
                <a:cubicBezTo>
                  <a:pt x="2345" y="916"/>
                  <a:pt x="2530" y="947"/>
                  <a:pt x="2703" y="1003"/>
                </a:cubicBezTo>
                <a:lnTo>
                  <a:pt x="3097" y="662"/>
                </a:lnTo>
                <a:lnTo>
                  <a:pt x="2971" y="173"/>
                </a:lnTo>
                <a:lnTo>
                  <a:pt x="2971" y="173"/>
                </a:lnTo>
                <a:cubicBezTo>
                  <a:pt x="2438" y="0"/>
                  <a:pt x="1862" y="1"/>
                  <a:pt x="1328" y="175"/>
                </a:cubicBezTo>
                <a:lnTo>
                  <a:pt x="1328" y="175"/>
                </a:lnTo>
                <a:cubicBezTo>
                  <a:pt x="795" y="349"/>
                  <a:pt x="330" y="688"/>
                  <a:pt x="0" y="1142"/>
                </a:cubicBezTo>
                <a:lnTo>
                  <a:pt x="707" y="1655"/>
                </a:lnTo>
                <a:lnTo>
                  <a:pt x="707" y="1655"/>
                </a:lnTo>
                <a:cubicBezTo>
                  <a:pt x="1032" y="1207"/>
                  <a:pt x="1558" y="916"/>
                  <a:pt x="2153" y="916"/>
                </a:cubicBezTo>
              </a:path>
            </a:pathLst>
          </a:custGeom>
          <a:solidFill>
            <a:schemeClr val="dk2"/>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None/>
            </a:pPr>
            <a:endParaRPr sz="1800" b="0" i="0" u="none">
              <a:solidFill>
                <a:srgbClr val="000000"/>
              </a:solidFill>
              <a:latin typeface="Arial"/>
              <a:ea typeface="Arial"/>
              <a:cs typeface="Arial"/>
              <a:sym typeface="Arial"/>
            </a:endParaRPr>
          </a:p>
        </p:txBody>
      </p:sp>
      <p:sp>
        <p:nvSpPr>
          <p:cNvPr id="562" name="Google Shape;562;p36"/>
          <p:cNvSpPr/>
          <p:nvPr/>
        </p:nvSpPr>
        <p:spPr>
          <a:xfrm>
            <a:off x="5617177" y="2046054"/>
            <a:ext cx="597287" cy="1534359"/>
          </a:xfrm>
          <a:custGeom>
            <a:avLst/>
            <a:gdLst/>
            <a:ahLst/>
            <a:cxnLst/>
            <a:rect l="l" t="t" r="r" b="b"/>
            <a:pathLst>
              <a:path w="1217" h="3126" extrusionOk="0">
                <a:moveTo>
                  <a:pt x="873" y="1560"/>
                </a:moveTo>
                <a:lnTo>
                  <a:pt x="873" y="1560"/>
                </a:lnTo>
                <a:cubicBezTo>
                  <a:pt x="873" y="1169"/>
                  <a:pt x="1000" y="807"/>
                  <a:pt x="1214" y="512"/>
                </a:cubicBezTo>
                <a:lnTo>
                  <a:pt x="933" y="11"/>
                </a:lnTo>
                <a:lnTo>
                  <a:pt x="507" y="0"/>
                </a:lnTo>
                <a:lnTo>
                  <a:pt x="507" y="0"/>
                </a:lnTo>
                <a:cubicBezTo>
                  <a:pt x="177" y="455"/>
                  <a:pt x="0" y="1002"/>
                  <a:pt x="1" y="1563"/>
                </a:cubicBezTo>
                <a:lnTo>
                  <a:pt x="1" y="1563"/>
                </a:lnTo>
                <a:cubicBezTo>
                  <a:pt x="1" y="2124"/>
                  <a:pt x="179" y="2671"/>
                  <a:pt x="510" y="3125"/>
                </a:cubicBezTo>
                <a:lnTo>
                  <a:pt x="1216" y="2612"/>
                </a:lnTo>
                <a:lnTo>
                  <a:pt x="1216" y="2612"/>
                </a:lnTo>
                <a:cubicBezTo>
                  <a:pt x="1001" y="2317"/>
                  <a:pt x="873" y="1954"/>
                  <a:pt x="873" y="1560"/>
                </a:cubicBezTo>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None/>
            </a:pPr>
            <a:endParaRPr sz="1800" b="0" i="0" u="none">
              <a:solidFill>
                <a:srgbClr val="000000"/>
              </a:solidFill>
              <a:latin typeface="Arial"/>
              <a:ea typeface="Arial"/>
              <a:cs typeface="Arial"/>
              <a:sym typeface="Arial"/>
            </a:endParaRPr>
          </a:p>
        </p:txBody>
      </p:sp>
      <p:sp>
        <p:nvSpPr>
          <p:cNvPr id="563" name="Google Shape;563;p36"/>
          <p:cNvSpPr/>
          <p:nvPr/>
        </p:nvSpPr>
        <p:spPr>
          <a:xfrm>
            <a:off x="5868211" y="3329366"/>
            <a:ext cx="1458587" cy="811534"/>
          </a:xfrm>
          <a:custGeom>
            <a:avLst/>
            <a:gdLst/>
            <a:ahLst/>
            <a:cxnLst/>
            <a:rect l="l" t="t" r="r" b="b"/>
            <a:pathLst>
              <a:path w="2973" h="1653" extrusionOk="0">
                <a:moveTo>
                  <a:pt x="2150" y="736"/>
                </a:moveTo>
                <a:lnTo>
                  <a:pt x="2150" y="736"/>
                </a:lnTo>
                <a:cubicBezTo>
                  <a:pt x="1557" y="736"/>
                  <a:pt x="1031" y="446"/>
                  <a:pt x="706" y="0"/>
                </a:cubicBezTo>
                <a:lnTo>
                  <a:pt x="277" y="15"/>
                </a:lnTo>
                <a:lnTo>
                  <a:pt x="0" y="514"/>
                </a:lnTo>
                <a:lnTo>
                  <a:pt x="0" y="514"/>
                </a:lnTo>
                <a:cubicBezTo>
                  <a:pt x="331" y="968"/>
                  <a:pt x="796" y="1306"/>
                  <a:pt x="1330" y="1479"/>
                </a:cubicBezTo>
                <a:lnTo>
                  <a:pt x="1330" y="1479"/>
                </a:lnTo>
                <a:cubicBezTo>
                  <a:pt x="1864" y="1652"/>
                  <a:pt x="2440" y="1652"/>
                  <a:pt x="2972" y="1478"/>
                </a:cubicBezTo>
                <a:lnTo>
                  <a:pt x="2703" y="648"/>
                </a:lnTo>
                <a:lnTo>
                  <a:pt x="2703" y="648"/>
                </a:lnTo>
                <a:cubicBezTo>
                  <a:pt x="2529" y="705"/>
                  <a:pt x="2344" y="736"/>
                  <a:pt x="2150" y="736"/>
                </a:cubicBezTo>
              </a:path>
            </a:pathLst>
          </a:custGeom>
          <a:solidFill>
            <a:schemeClr val="accent2"/>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None/>
            </a:pPr>
            <a:endParaRPr sz="1800" b="0" i="0" u="none">
              <a:solidFill>
                <a:srgbClr val="000000"/>
              </a:solidFill>
              <a:latin typeface="Arial"/>
              <a:ea typeface="Arial"/>
              <a:cs typeface="Arial"/>
              <a:sym typeface="Arial"/>
            </a:endParaRPr>
          </a:p>
        </p:txBody>
      </p:sp>
      <p:sp>
        <p:nvSpPr>
          <p:cNvPr id="564" name="Google Shape;564;p36"/>
          <p:cNvSpPr/>
          <p:nvPr/>
        </p:nvSpPr>
        <p:spPr>
          <a:xfrm>
            <a:off x="7140693" y="2812146"/>
            <a:ext cx="1086372" cy="1242197"/>
          </a:xfrm>
          <a:custGeom>
            <a:avLst/>
            <a:gdLst/>
            <a:ahLst/>
            <a:cxnLst/>
            <a:rect l="l" t="t" r="r" b="b"/>
            <a:pathLst>
              <a:path w="2215" h="2531" extrusionOk="0">
                <a:moveTo>
                  <a:pt x="2213" y="0"/>
                </a:moveTo>
                <a:lnTo>
                  <a:pt x="1778" y="244"/>
                </a:lnTo>
                <a:lnTo>
                  <a:pt x="1343" y="0"/>
                </a:lnTo>
                <a:lnTo>
                  <a:pt x="1342" y="0"/>
                </a:lnTo>
                <a:lnTo>
                  <a:pt x="1342" y="0"/>
                </a:lnTo>
                <a:cubicBezTo>
                  <a:pt x="1342" y="794"/>
                  <a:pt x="824" y="1467"/>
                  <a:pt x="109" y="1700"/>
                </a:cubicBezTo>
                <a:lnTo>
                  <a:pt x="0" y="2189"/>
                </a:lnTo>
                <a:lnTo>
                  <a:pt x="378" y="2530"/>
                </a:lnTo>
                <a:lnTo>
                  <a:pt x="378" y="2530"/>
                </a:lnTo>
                <a:cubicBezTo>
                  <a:pt x="912" y="2356"/>
                  <a:pt x="1377" y="2017"/>
                  <a:pt x="1707" y="1563"/>
                </a:cubicBezTo>
                <a:lnTo>
                  <a:pt x="1707" y="1563"/>
                </a:lnTo>
                <a:cubicBezTo>
                  <a:pt x="2036" y="1109"/>
                  <a:pt x="2214" y="562"/>
                  <a:pt x="2214" y="1"/>
                </a:cubicBezTo>
                <a:lnTo>
                  <a:pt x="2213" y="1"/>
                </a:lnTo>
                <a:lnTo>
                  <a:pt x="2213" y="0"/>
                </a:lnTo>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None/>
            </a:pPr>
            <a:endParaRPr sz="1800" b="0" i="0" u="none">
              <a:solidFill>
                <a:srgbClr val="000000"/>
              </a:solidFill>
              <a:latin typeface="Arial"/>
              <a:ea typeface="Arial"/>
              <a:cs typeface="Arial"/>
              <a:sym typeface="Arial"/>
            </a:endParaRPr>
          </a:p>
        </p:txBody>
      </p:sp>
      <p:sp>
        <p:nvSpPr>
          <p:cNvPr id="565" name="Google Shape;565;p36"/>
          <p:cNvSpPr/>
          <p:nvPr/>
        </p:nvSpPr>
        <p:spPr>
          <a:xfrm>
            <a:off x="6331593" y="2221622"/>
            <a:ext cx="1183200" cy="11832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ntari"/>
              <a:ea typeface="Gantari"/>
              <a:cs typeface="Gantari"/>
              <a:sym typeface="Gantari"/>
            </a:endParaRPr>
          </a:p>
        </p:txBody>
      </p:sp>
      <p:grpSp>
        <p:nvGrpSpPr>
          <p:cNvPr id="566" name="Google Shape;566;p36"/>
          <p:cNvGrpSpPr/>
          <p:nvPr/>
        </p:nvGrpSpPr>
        <p:grpSpPr>
          <a:xfrm>
            <a:off x="6571606" y="2461690"/>
            <a:ext cx="703175" cy="703065"/>
            <a:chOff x="7735695" y="4924714"/>
            <a:chExt cx="234775" cy="234762"/>
          </a:xfrm>
        </p:grpSpPr>
        <p:sp>
          <p:nvSpPr>
            <p:cNvPr id="567" name="Google Shape;567;p36"/>
            <p:cNvSpPr/>
            <p:nvPr/>
          </p:nvSpPr>
          <p:spPr>
            <a:xfrm>
              <a:off x="7777527" y="5042191"/>
              <a:ext cx="58278" cy="61622"/>
            </a:xfrm>
            <a:custGeom>
              <a:avLst/>
              <a:gdLst/>
              <a:ahLst/>
              <a:cxnLst/>
              <a:rect l="l" t="t" r="r" b="b"/>
              <a:pathLst>
                <a:path w="58278" h="61622" extrusionOk="0">
                  <a:moveTo>
                    <a:pt x="41039" y="0"/>
                  </a:moveTo>
                  <a:lnTo>
                    <a:pt x="0" y="7462"/>
                  </a:lnTo>
                  <a:cubicBezTo>
                    <a:pt x="2123" y="29204"/>
                    <a:pt x="13444" y="48822"/>
                    <a:pt x="31262" y="61623"/>
                  </a:cubicBezTo>
                  <a:lnTo>
                    <a:pt x="58278" y="29782"/>
                  </a:lnTo>
                  <a:cubicBezTo>
                    <a:pt x="48051" y="23800"/>
                    <a:pt x="41103" y="12736"/>
                    <a:pt x="41039" y="0"/>
                  </a:cubicBezTo>
                  <a:lnTo>
                    <a:pt x="41039"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568" name="Google Shape;568;p36"/>
            <p:cNvSpPr/>
            <p:nvPr/>
          </p:nvSpPr>
          <p:spPr>
            <a:xfrm>
              <a:off x="7821847" y="4966127"/>
              <a:ext cx="62265" cy="46152"/>
            </a:xfrm>
            <a:custGeom>
              <a:avLst/>
              <a:gdLst/>
              <a:ahLst/>
              <a:cxnLst/>
              <a:rect l="l" t="t" r="r" b="b"/>
              <a:pathLst>
                <a:path w="62265" h="46152" extrusionOk="0">
                  <a:moveTo>
                    <a:pt x="48115" y="45831"/>
                  </a:moveTo>
                  <a:lnTo>
                    <a:pt x="62266" y="6593"/>
                  </a:lnTo>
                  <a:cubicBezTo>
                    <a:pt x="42647" y="-2155"/>
                    <a:pt x="19941" y="-2284"/>
                    <a:pt x="0" y="6722"/>
                  </a:cubicBezTo>
                  <a:lnTo>
                    <a:pt x="13830" y="46153"/>
                  </a:lnTo>
                  <a:cubicBezTo>
                    <a:pt x="24186" y="40106"/>
                    <a:pt x="37180" y="39720"/>
                    <a:pt x="48051" y="45831"/>
                  </a:cubicBezTo>
                  <a:lnTo>
                    <a:pt x="48051" y="4583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nvGrpSpPr>
            <p:cNvPr id="569" name="Google Shape;569;p36"/>
            <p:cNvGrpSpPr/>
            <p:nvPr/>
          </p:nvGrpSpPr>
          <p:grpSpPr>
            <a:xfrm>
              <a:off x="7735695" y="4924714"/>
              <a:ext cx="234775" cy="234762"/>
              <a:chOff x="7735695" y="4924714"/>
              <a:chExt cx="234775" cy="234762"/>
            </a:xfrm>
          </p:grpSpPr>
          <p:sp>
            <p:nvSpPr>
              <p:cNvPr id="570" name="Google Shape;570;p36"/>
              <p:cNvSpPr/>
              <p:nvPr/>
            </p:nvSpPr>
            <p:spPr>
              <a:xfrm>
                <a:off x="7870412" y="5042191"/>
                <a:ext cx="58277" cy="61622"/>
              </a:xfrm>
              <a:custGeom>
                <a:avLst/>
                <a:gdLst/>
                <a:ahLst/>
                <a:cxnLst/>
                <a:rect l="l" t="t" r="r" b="b"/>
                <a:pathLst>
                  <a:path w="58277" h="61622" extrusionOk="0">
                    <a:moveTo>
                      <a:pt x="0" y="29782"/>
                    </a:moveTo>
                    <a:lnTo>
                      <a:pt x="27016" y="61623"/>
                    </a:lnTo>
                    <a:cubicBezTo>
                      <a:pt x="44834" y="48822"/>
                      <a:pt x="56155" y="29268"/>
                      <a:pt x="58278" y="7462"/>
                    </a:cubicBezTo>
                    <a:lnTo>
                      <a:pt x="17239" y="0"/>
                    </a:lnTo>
                    <a:cubicBezTo>
                      <a:pt x="17239" y="12672"/>
                      <a:pt x="10292" y="23800"/>
                      <a:pt x="64" y="29782"/>
                    </a:cubicBezTo>
                    <a:lnTo>
                      <a:pt x="64" y="2978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571" name="Google Shape;571;p36"/>
              <p:cNvSpPr/>
              <p:nvPr/>
            </p:nvSpPr>
            <p:spPr>
              <a:xfrm>
                <a:off x="7735695" y="4924714"/>
                <a:ext cx="234775" cy="234762"/>
              </a:xfrm>
              <a:custGeom>
                <a:avLst/>
                <a:gdLst/>
                <a:ahLst/>
                <a:cxnLst/>
                <a:rect l="l" t="t" r="r" b="b"/>
                <a:pathLst>
                  <a:path w="234775" h="234762" extrusionOk="0">
                    <a:moveTo>
                      <a:pt x="200393" y="34370"/>
                    </a:moveTo>
                    <a:cubicBezTo>
                      <a:pt x="126677" y="-39218"/>
                      <a:pt x="151" y="13207"/>
                      <a:pt x="22" y="117348"/>
                    </a:cubicBezTo>
                    <a:cubicBezTo>
                      <a:pt x="-1264" y="180450"/>
                      <a:pt x="54312" y="236026"/>
                      <a:pt x="117414" y="234740"/>
                    </a:cubicBezTo>
                    <a:cubicBezTo>
                      <a:pt x="221620" y="234611"/>
                      <a:pt x="273980" y="108085"/>
                      <a:pt x="200393" y="34370"/>
                    </a:cubicBezTo>
                    <a:lnTo>
                      <a:pt x="200393" y="34370"/>
                    </a:lnTo>
                    <a:close/>
                    <a:moveTo>
                      <a:pt x="164049" y="194087"/>
                    </a:moveTo>
                    <a:lnTo>
                      <a:pt x="159032" y="197175"/>
                    </a:lnTo>
                    <a:lnTo>
                      <a:pt x="120502" y="151762"/>
                    </a:lnTo>
                    <a:cubicBezTo>
                      <a:pt x="118379" y="151955"/>
                      <a:pt x="116578" y="151955"/>
                      <a:pt x="114391" y="151762"/>
                    </a:cubicBezTo>
                    <a:lnTo>
                      <a:pt x="75861" y="197175"/>
                    </a:lnTo>
                    <a:lnTo>
                      <a:pt x="70843" y="194087"/>
                    </a:lnTo>
                    <a:cubicBezTo>
                      <a:pt x="44535" y="178070"/>
                      <a:pt x="28389" y="150153"/>
                      <a:pt x="27746" y="119342"/>
                    </a:cubicBezTo>
                    <a:lnTo>
                      <a:pt x="27617" y="113424"/>
                    </a:lnTo>
                    <a:lnTo>
                      <a:pt x="86152" y="102746"/>
                    </a:lnTo>
                    <a:cubicBezTo>
                      <a:pt x="86989" y="101010"/>
                      <a:pt x="87954" y="99337"/>
                      <a:pt x="88983" y="97729"/>
                    </a:cubicBezTo>
                    <a:lnTo>
                      <a:pt x="69171" y="41317"/>
                    </a:lnTo>
                    <a:lnTo>
                      <a:pt x="74317" y="38486"/>
                    </a:lnTo>
                    <a:cubicBezTo>
                      <a:pt x="100497" y="23885"/>
                      <a:pt x="134139" y="23885"/>
                      <a:pt x="160319" y="38358"/>
                    </a:cubicBezTo>
                    <a:lnTo>
                      <a:pt x="165529" y="41188"/>
                    </a:lnTo>
                    <a:lnTo>
                      <a:pt x="145395" y="96957"/>
                    </a:lnTo>
                    <a:cubicBezTo>
                      <a:pt x="146682" y="98758"/>
                      <a:pt x="147840" y="100624"/>
                      <a:pt x="148740" y="102682"/>
                    </a:cubicBezTo>
                    <a:lnTo>
                      <a:pt x="207275" y="113360"/>
                    </a:lnTo>
                    <a:lnTo>
                      <a:pt x="207147" y="119278"/>
                    </a:lnTo>
                    <a:cubicBezTo>
                      <a:pt x="206439" y="150025"/>
                      <a:pt x="190358" y="177942"/>
                      <a:pt x="164049" y="193958"/>
                    </a:cubicBezTo>
                    <a:lnTo>
                      <a:pt x="164049" y="193958"/>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572" name="Google Shape;572;p36"/>
            <p:cNvSpPr/>
            <p:nvPr/>
          </p:nvSpPr>
          <p:spPr>
            <a:xfrm>
              <a:off x="7832396" y="5021414"/>
              <a:ext cx="41424" cy="41312"/>
            </a:xfrm>
            <a:custGeom>
              <a:avLst/>
              <a:gdLst/>
              <a:ahLst/>
              <a:cxnLst/>
              <a:rect l="l" t="t" r="r" b="b"/>
              <a:pathLst>
                <a:path w="41424" h="41312" extrusionOk="0">
                  <a:moveTo>
                    <a:pt x="20712" y="0"/>
                  </a:moveTo>
                  <a:cubicBezTo>
                    <a:pt x="9263" y="0"/>
                    <a:pt x="0" y="9263"/>
                    <a:pt x="0" y="20713"/>
                  </a:cubicBezTo>
                  <a:cubicBezTo>
                    <a:pt x="1093" y="48179"/>
                    <a:pt x="40332" y="48179"/>
                    <a:pt x="41425" y="20713"/>
                  </a:cubicBezTo>
                  <a:cubicBezTo>
                    <a:pt x="41425" y="9263"/>
                    <a:pt x="32162" y="0"/>
                    <a:pt x="20712" y="0"/>
                  </a:cubicBezTo>
                  <a:lnTo>
                    <a:pt x="20712"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704" name="Google Shape;704;p40"/>
          <p:cNvSpPr/>
          <p:nvPr/>
        </p:nvSpPr>
        <p:spPr>
          <a:xfrm flipH="1">
            <a:off x="-247396" y="1080847"/>
            <a:ext cx="2999726" cy="2999726"/>
          </a:xfrm>
          <a:prstGeom prst="pie">
            <a:avLst>
              <a:gd name="adj1" fmla="val 5404577"/>
              <a:gd name="adj2" fmla="val 16200000"/>
            </a:avLst>
          </a:prstGeom>
          <a:noFill/>
          <a:ln w="19050" cap="flat" cmpd="sng">
            <a:solidFill>
              <a:schemeClr val="dk1"/>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sp>
        <p:nvSpPr>
          <p:cNvPr id="705" name="Google Shape;705;p40"/>
          <p:cNvSpPr/>
          <p:nvPr/>
        </p:nvSpPr>
        <p:spPr>
          <a:xfrm rot="5400000">
            <a:off x="810017" y="754841"/>
            <a:ext cx="850235" cy="850235"/>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grpSp>
        <p:nvGrpSpPr>
          <p:cNvPr id="706" name="Google Shape;706;p40"/>
          <p:cNvGrpSpPr/>
          <p:nvPr/>
        </p:nvGrpSpPr>
        <p:grpSpPr>
          <a:xfrm>
            <a:off x="1005098" y="949923"/>
            <a:ext cx="460073" cy="460071"/>
            <a:chOff x="4029344" y="3416520"/>
            <a:chExt cx="234720" cy="234719"/>
          </a:xfrm>
        </p:grpSpPr>
        <p:sp>
          <p:nvSpPr>
            <p:cNvPr id="707" name="Google Shape;707;p40"/>
            <p:cNvSpPr/>
            <p:nvPr/>
          </p:nvSpPr>
          <p:spPr>
            <a:xfrm>
              <a:off x="4167513" y="3609686"/>
              <a:ext cx="27530" cy="41553"/>
            </a:xfrm>
            <a:custGeom>
              <a:avLst/>
              <a:gdLst/>
              <a:ahLst/>
              <a:cxnLst/>
              <a:rect l="l" t="t" r="r" b="b"/>
              <a:pathLst>
                <a:path w="27530" h="41553" extrusionOk="0">
                  <a:moveTo>
                    <a:pt x="0" y="0"/>
                  </a:moveTo>
                  <a:lnTo>
                    <a:pt x="27531" y="0"/>
                  </a:lnTo>
                  <a:lnTo>
                    <a:pt x="27531" y="41553"/>
                  </a:lnTo>
                  <a:lnTo>
                    <a:pt x="0" y="41553"/>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08" name="Google Shape;708;p40"/>
            <p:cNvSpPr/>
            <p:nvPr/>
          </p:nvSpPr>
          <p:spPr>
            <a:xfrm>
              <a:off x="4029344" y="3458009"/>
              <a:ext cx="69084" cy="41553"/>
            </a:xfrm>
            <a:custGeom>
              <a:avLst/>
              <a:gdLst/>
              <a:ahLst/>
              <a:cxnLst/>
              <a:rect l="l" t="t" r="r" b="b"/>
              <a:pathLst>
                <a:path w="69084" h="41553" extrusionOk="0">
                  <a:moveTo>
                    <a:pt x="0" y="0"/>
                  </a:moveTo>
                  <a:lnTo>
                    <a:pt x="69084" y="0"/>
                  </a:lnTo>
                  <a:lnTo>
                    <a:pt x="69084" y="41554"/>
                  </a:lnTo>
                  <a:lnTo>
                    <a:pt x="0" y="4155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09" name="Google Shape;709;p40"/>
            <p:cNvSpPr/>
            <p:nvPr/>
          </p:nvSpPr>
          <p:spPr>
            <a:xfrm>
              <a:off x="4111873" y="3492294"/>
              <a:ext cx="110637" cy="14087"/>
            </a:xfrm>
            <a:custGeom>
              <a:avLst/>
              <a:gdLst/>
              <a:ahLst/>
              <a:cxnLst/>
              <a:rect l="l" t="t" r="r" b="b"/>
              <a:pathLst>
                <a:path w="110637" h="14087" extrusionOk="0">
                  <a:moveTo>
                    <a:pt x="0" y="0"/>
                  </a:moveTo>
                  <a:lnTo>
                    <a:pt x="110638" y="0"/>
                  </a:lnTo>
                  <a:lnTo>
                    <a:pt x="110638" y="14087"/>
                  </a:lnTo>
                  <a:lnTo>
                    <a:pt x="0" y="140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10" name="Google Shape;710;p40"/>
            <p:cNvSpPr/>
            <p:nvPr/>
          </p:nvSpPr>
          <p:spPr>
            <a:xfrm>
              <a:off x="4111873" y="3519761"/>
              <a:ext cx="110637" cy="14087"/>
            </a:xfrm>
            <a:custGeom>
              <a:avLst/>
              <a:gdLst/>
              <a:ahLst/>
              <a:cxnLst/>
              <a:rect l="l" t="t" r="r" b="b"/>
              <a:pathLst>
                <a:path w="110637" h="14087" extrusionOk="0">
                  <a:moveTo>
                    <a:pt x="0" y="0"/>
                  </a:moveTo>
                  <a:lnTo>
                    <a:pt x="110638" y="0"/>
                  </a:lnTo>
                  <a:lnTo>
                    <a:pt x="110638" y="14087"/>
                  </a:lnTo>
                  <a:lnTo>
                    <a:pt x="0" y="14087"/>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11" name="Google Shape;711;p40"/>
            <p:cNvSpPr/>
            <p:nvPr/>
          </p:nvSpPr>
          <p:spPr>
            <a:xfrm>
              <a:off x="4043174" y="3416520"/>
              <a:ext cx="145115" cy="27530"/>
            </a:xfrm>
            <a:custGeom>
              <a:avLst/>
              <a:gdLst/>
              <a:ahLst/>
              <a:cxnLst/>
              <a:rect l="l" t="t" r="r" b="b"/>
              <a:pathLst>
                <a:path w="145115" h="27530" extrusionOk="0">
                  <a:moveTo>
                    <a:pt x="27724" y="13380"/>
                  </a:moveTo>
                  <a:lnTo>
                    <a:pt x="59307" y="13380"/>
                  </a:lnTo>
                  <a:cubicBezTo>
                    <a:pt x="63810" y="13380"/>
                    <a:pt x="68120" y="15245"/>
                    <a:pt x="71271" y="18461"/>
                  </a:cubicBezTo>
                  <a:cubicBezTo>
                    <a:pt x="76996" y="24250"/>
                    <a:pt x="84651" y="27466"/>
                    <a:pt x="92756" y="27466"/>
                  </a:cubicBezTo>
                  <a:lnTo>
                    <a:pt x="145116" y="27466"/>
                  </a:lnTo>
                  <a:lnTo>
                    <a:pt x="145116" y="14023"/>
                  </a:lnTo>
                  <a:lnTo>
                    <a:pt x="91791" y="14023"/>
                  </a:lnTo>
                  <a:cubicBezTo>
                    <a:pt x="87288" y="14023"/>
                    <a:pt x="82979" y="12286"/>
                    <a:pt x="79762" y="9070"/>
                  </a:cubicBezTo>
                  <a:cubicBezTo>
                    <a:pt x="73909" y="3216"/>
                    <a:pt x="66125" y="0"/>
                    <a:pt x="57828" y="0"/>
                  </a:cubicBezTo>
                  <a:lnTo>
                    <a:pt x="27531" y="0"/>
                  </a:lnTo>
                  <a:cubicBezTo>
                    <a:pt x="12350" y="0"/>
                    <a:pt x="0" y="12350"/>
                    <a:pt x="0" y="27531"/>
                  </a:cubicBezTo>
                  <a:lnTo>
                    <a:pt x="13894" y="27531"/>
                  </a:lnTo>
                  <a:cubicBezTo>
                    <a:pt x="13894" y="19748"/>
                    <a:pt x="20069" y="13444"/>
                    <a:pt x="27724" y="13444"/>
                  </a:cubicBezTo>
                  <a:lnTo>
                    <a:pt x="27724" y="13444"/>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12" name="Google Shape;712;p40"/>
            <p:cNvSpPr/>
            <p:nvPr/>
          </p:nvSpPr>
          <p:spPr>
            <a:xfrm>
              <a:off x="4084342" y="3547935"/>
              <a:ext cx="179722" cy="103304"/>
            </a:xfrm>
            <a:custGeom>
              <a:avLst/>
              <a:gdLst/>
              <a:ahLst/>
              <a:cxnLst/>
              <a:rect l="l" t="t" r="r" b="b"/>
              <a:pathLst>
                <a:path w="179722" h="103304" extrusionOk="0">
                  <a:moveTo>
                    <a:pt x="0" y="0"/>
                  </a:moveTo>
                  <a:lnTo>
                    <a:pt x="0" y="103305"/>
                  </a:lnTo>
                  <a:lnTo>
                    <a:pt x="69084" y="103305"/>
                  </a:lnTo>
                  <a:lnTo>
                    <a:pt x="69084" y="48308"/>
                  </a:lnTo>
                  <a:lnTo>
                    <a:pt x="124082" y="48308"/>
                  </a:lnTo>
                  <a:lnTo>
                    <a:pt x="124082" y="103305"/>
                  </a:lnTo>
                  <a:lnTo>
                    <a:pt x="179722" y="103305"/>
                  </a:lnTo>
                  <a:lnTo>
                    <a:pt x="179722" y="0"/>
                  </a:lnTo>
                  <a:lnTo>
                    <a:pt x="0" y="0"/>
                  </a:lnTo>
                  <a:close/>
                  <a:moveTo>
                    <a:pt x="48951" y="34221"/>
                  </a:moveTo>
                  <a:lnTo>
                    <a:pt x="34864" y="34221"/>
                  </a:lnTo>
                  <a:lnTo>
                    <a:pt x="34864" y="20134"/>
                  </a:lnTo>
                  <a:lnTo>
                    <a:pt x="48951" y="20134"/>
                  </a:lnTo>
                  <a:lnTo>
                    <a:pt x="48951" y="34221"/>
                  </a:lnTo>
                  <a:close/>
                  <a:moveTo>
                    <a:pt x="76417" y="34221"/>
                  </a:moveTo>
                  <a:lnTo>
                    <a:pt x="62330" y="34221"/>
                  </a:lnTo>
                  <a:lnTo>
                    <a:pt x="62330" y="20134"/>
                  </a:lnTo>
                  <a:lnTo>
                    <a:pt x="76417" y="20134"/>
                  </a:lnTo>
                  <a:lnTo>
                    <a:pt x="76417" y="34221"/>
                  </a:lnTo>
                  <a:close/>
                  <a:moveTo>
                    <a:pt x="103948" y="34221"/>
                  </a:moveTo>
                  <a:lnTo>
                    <a:pt x="89861" y="34221"/>
                  </a:lnTo>
                  <a:lnTo>
                    <a:pt x="89861" y="20134"/>
                  </a:lnTo>
                  <a:lnTo>
                    <a:pt x="103948" y="20134"/>
                  </a:lnTo>
                  <a:lnTo>
                    <a:pt x="103948" y="34221"/>
                  </a:lnTo>
                  <a:close/>
                  <a:moveTo>
                    <a:pt x="131479" y="34221"/>
                  </a:moveTo>
                  <a:lnTo>
                    <a:pt x="117392" y="34221"/>
                  </a:lnTo>
                  <a:lnTo>
                    <a:pt x="117392" y="20134"/>
                  </a:lnTo>
                  <a:lnTo>
                    <a:pt x="131479" y="20134"/>
                  </a:lnTo>
                  <a:lnTo>
                    <a:pt x="131479" y="34221"/>
                  </a:lnTo>
                  <a:close/>
                  <a:moveTo>
                    <a:pt x="158946" y="34221"/>
                  </a:moveTo>
                  <a:lnTo>
                    <a:pt x="144859" y="34221"/>
                  </a:lnTo>
                  <a:lnTo>
                    <a:pt x="144859" y="20134"/>
                  </a:lnTo>
                  <a:lnTo>
                    <a:pt x="158946" y="20134"/>
                  </a:lnTo>
                  <a:lnTo>
                    <a:pt x="158946" y="34221"/>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13" name="Google Shape;713;p40"/>
            <p:cNvSpPr/>
            <p:nvPr/>
          </p:nvSpPr>
          <p:spPr>
            <a:xfrm>
              <a:off x="4029344" y="3513071"/>
              <a:ext cx="69084" cy="138168"/>
            </a:xfrm>
            <a:custGeom>
              <a:avLst/>
              <a:gdLst/>
              <a:ahLst/>
              <a:cxnLst/>
              <a:rect l="l" t="t" r="r" b="b"/>
              <a:pathLst>
                <a:path w="69084" h="138168" extrusionOk="0">
                  <a:moveTo>
                    <a:pt x="69084" y="0"/>
                  </a:moveTo>
                  <a:lnTo>
                    <a:pt x="0" y="0"/>
                  </a:lnTo>
                  <a:lnTo>
                    <a:pt x="0" y="138169"/>
                  </a:lnTo>
                  <a:lnTo>
                    <a:pt x="41554" y="138169"/>
                  </a:lnTo>
                  <a:lnTo>
                    <a:pt x="41554" y="20777"/>
                  </a:lnTo>
                  <a:lnTo>
                    <a:pt x="69084" y="20777"/>
                  </a:lnTo>
                  <a:lnTo>
                    <a:pt x="69084"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714" name="Google Shape;714;p40"/>
          <p:cNvSpPr/>
          <p:nvPr/>
        </p:nvSpPr>
        <p:spPr>
          <a:xfrm rot="-2700000" flipH="1">
            <a:off x="2201445" y="2146365"/>
            <a:ext cx="850382" cy="850382"/>
          </a:xfrm>
          <a:prstGeom prst="teardrop">
            <a:avLst>
              <a:gd name="adj" fmla="val 10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grpSp>
        <p:nvGrpSpPr>
          <p:cNvPr id="715" name="Google Shape;715;p40"/>
          <p:cNvGrpSpPr/>
          <p:nvPr/>
        </p:nvGrpSpPr>
        <p:grpSpPr>
          <a:xfrm>
            <a:off x="2450324" y="2341530"/>
            <a:ext cx="352624" cy="460053"/>
            <a:chOff x="4894917" y="3444139"/>
            <a:chExt cx="179891" cy="234696"/>
          </a:xfrm>
        </p:grpSpPr>
        <p:grpSp>
          <p:nvGrpSpPr>
            <p:cNvPr id="716" name="Google Shape;716;p40"/>
            <p:cNvGrpSpPr/>
            <p:nvPr/>
          </p:nvGrpSpPr>
          <p:grpSpPr>
            <a:xfrm>
              <a:off x="4937283" y="3444139"/>
              <a:ext cx="95393" cy="61791"/>
              <a:chOff x="4937283" y="3444139"/>
              <a:chExt cx="95393" cy="61791"/>
            </a:xfrm>
          </p:grpSpPr>
          <p:sp>
            <p:nvSpPr>
              <p:cNvPr id="717" name="Google Shape;717;p40"/>
              <p:cNvSpPr/>
              <p:nvPr/>
            </p:nvSpPr>
            <p:spPr>
              <a:xfrm>
                <a:off x="5011385" y="3492101"/>
                <a:ext cx="13757" cy="13829"/>
              </a:xfrm>
              <a:custGeom>
                <a:avLst/>
                <a:gdLst/>
                <a:ahLst/>
                <a:cxnLst/>
                <a:rect l="l" t="t" r="r" b="b"/>
                <a:pathLst>
                  <a:path w="13757" h="13829" extrusionOk="0">
                    <a:moveTo>
                      <a:pt x="0" y="6947"/>
                    </a:moveTo>
                    <a:cubicBezTo>
                      <a:pt x="0" y="10742"/>
                      <a:pt x="3088" y="13830"/>
                      <a:pt x="6883" y="13830"/>
                    </a:cubicBezTo>
                    <a:cubicBezTo>
                      <a:pt x="16081" y="13444"/>
                      <a:pt x="16017" y="386"/>
                      <a:pt x="6883" y="0"/>
                    </a:cubicBezTo>
                    <a:cubicBezTo>
                      <a:pt x="3088" y="0"/>
                      <a:pt x="0" y="3088"/>
                      <a:pt x="0" y="6883"/>
                    </a:cubicBezTo>
                    <a:lnTo>
                      <a:pt x="0" y="688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18" name="Google Shape;718;p40"/>
              <p:cNvSpPr/>
              <p:nvPr/>
            </p:nvSpPr>
            <p:spPr>
              <a:xfrm>
                <a:off x="4937283" y="3444139"/>
                <a:ext cx="95393" cy="48154"/>
              </a:xfrm>
              <a:custGeom>
                <a:avLst/>
                <a:gdLst/>
                <a:ahLst/>
                <a:cxnLst/>
                <a:rect l="l" t="t" r="r" b="b"/>
                <a:pathLst>
                  <a:path w="95393" h="48154" extrusionOk="0">
                    <a:moveTo>
                      <a:pt x="33835" y="48155"/>
                    </a:moveTo>
                    <a:lnTo>
                      <a:pt x="61494" y="48155"/>
                    </a:lnTo>
                    <a:cubicBezTo>
                      <a:pt x="66254" y="34132"/>
                      <a:pt x="84715" y="29629"/>
                      <a:pt x="95393" y="40114"/>
                    </a:cubicBezTo>
                    <a:cubicBezTo>
                      <a:pt x="85294" y="-13404"/>
                      <a:pt x="10099" y="-13339"/>
                      <a:pt x="0" y="40114"/>
                    </a:cubicBezTo>
                    <a:cubicBezTo>
                      <a:pt x="10678" y="29629"/>
                      <a:pt x="29075" y="34197"/>
                      <a:pt x="33899" y="48155"/>
                    </a:cubicBezTo>
                    <a:lnTo>
                      <a:pt x="33899" y="4815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719" name="Google Shape;719;p40"/>
            <p:cNvSpPr/>
            <p:nvPr/>
          </p:nvSpPr>
          <p:spPr>
            <a:xfrm>
              <a:off x="4936640" y="3505738"/>
              <a:ext cx="96615" cy="61952"/>
            </a:xfrm>
            <a:custGeom>
              <a:avLst/>
              <a:gdLst/>
              <a:ahLst/>
              <a:cxnLst/>
              <a:rect l="l" t="t" r="r" b="b"/>
              <a:pathLst>
                <a:path w="96615" h="61952" extrusionOk="0">
                  <a:moveTo>
                    <a:pt x="81563" y="13830"/>
                  </a:moveTo>
                  <a:cubicBezTo>
                    <a:pt x="72558" y="13830"/>
                    <a:pt x="64903" y="8041"/>
                    <a:pt x="62073" y="0"/>
                  </a:cubicBezTo>
                  <a:lnTo>
                    <a:pt x="34478" y="0"/>
                  </a:lnTo>
                  <a:cubicBezTo>
                    <a:pt x="29525" y="14409"/>
                    <a:pt x="10421" y="18590"/>
                    <a:pt x="0" y="7397"/>
                  </a:cubicBezTo>
                  <a:lnTo>
                    <a:pt x="0" y="13830"/>
                  </a:lnTo>
                  <a:cubicBezTo>
                    <a:pt x="2637" y="78026"/>
                    <a:pt x="93978" y="77961"/>
                    <a:pt x="96615" y="13830"/>
                  </a:cubicBezTo>
                  <a:lnTo>
                    <a:pt x="96615" y="7397"/>
                  </a:lnTo>
                  <a:cubicBezTo>
                    <a:pt x="92820" y="11386"/>
                    <a:pt x="87545" y="13830"/>
                    <a:pt x="81628" y="13830"/>
                  </a:cubicBezTo>
                  <a:lnTo>
                    <a:pt x="81628" y="1383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20" name="Google Shape;720;p40"/>
            <p:cNvSpPr/>
            <p:nvPr/>
          </p:nvSpPr>
          <p:spPr>
            <a:xfrm>
              <a:off x="4944616" y="3492101"/>
              <a:ext cx="13757" cy="13829"/>
            </a:xfrm>
            <a:custGeom>
              <a:avLst/>
              <a:gdLst/>
              <a:ahLst/>
              <a:cxnLst/>
              <a:rect l="l" t="t" r="r" b="b"/>
              <a:pathLst>
                <a:path w="13757" h="13829" extrusionOk="0">
                  <a:moveTo>
                    <a:pt x="0" y="6947"/>
                  </a:moveTo>
                  <a:cubicBezTo>
                    <a:pt x="0" y="10742"/>
                    <a:pt x="3088" y="13830"/>
                    <a:pt x="6883" y="13830"/>
                  </a:cubicBezTo>
                  <a:cubicBezTo>
                    <a:pt x="16081" y="13444"/>
                    <a:pt x="16017" y="386"/>
                    <a:pt x="6883" y="0"/>
                  </a:cubicBezTo>
                  <a:cubicBezTo>
                    <a:pt x="3088" y="0"/>
                    <a:pt x="0" y="3088"/>
                    <a:pt x="0" y="6883"/>
                  </a:cubicBezTo>
                  <a:lnTo>
                    <a:pt x="0" y="688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21" name="Google Shape;721;p40"/>
            <p:cNvSpPr/>
            <p:nvPr/>
          </p:nvSpPr>
          <p:spPr>
            <a:xfrm>
              <a:off x="4991637" y="3588909"/>
              <a:ext cx="41553" cy="89861"/>
            </a:xfrm>
            <a:custGeom>
              <a:avLst/>
              <a:gdLst/>
              <a:ahLst/>
              <a:cxnLst/>
              <a:rect l="l" t="t" r="r" b="b"/>
              <a:pathLst>
                <a:path w="41553" h="89861" extrusionOk="0">
                  <a:moveTo>
                    <a:pt x="0" y="89861"/>
                  </a:moveTo>
                  <a:lnTo>
                    <a:pt x="41554" y="89861"/>
                  </a:lnTo>
                  <a:lnTo>
                    <a:pt x="41554" y="0"/>
                  </a:lnTo>
                  <a:lnTo>
                    <a:pt x="0" y="57892"/>
                  </a:lnTo>
                  <a:lnTo>
                    <a:pt x="0" y="8979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22" name="Google Shape;722;p40"/>
            <p:cNvSpPr/>
            <p:nvPr/>
          </p:nvSpPr>
          <p:spPr>
            <a:xfrm>
              <a:off x="4936640" y="3588974"/>
              <a:ext cx="41553" cy="89861"/>
            </a:xfrm>
            <a:custGeom>
              <a:avLst/>
              <a:gdLst/>
              <a:ahLst/>
              <a:cxnLst/>
              <a:rect l="l" t="t" r="r" b="b"/>
              <a:pathLst>
                <a:path w="41553" h="89861" extrusionOk="0">
                  <a:moveTo>
                    <a:pt x="0" y="89797"/>
                  </a:moveTo>
                  <a:lnTo>
                    <a:pt x="41554" y="89797"/>
                  </a:lnTo>
                  <a:lnTo>
                    <a:pt x="41554" y="57892"/>
                  </a:lnTo>
                  <a:lnTo>
                    <a:pt x="0" y="0"/>
                  </a:lnTo>
                  <a:lnTo>
                    <a:pt x="0" y="89861"/>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23" name="Google Shape;723;p40"/>
            <p:cNvSpPr/>
            <p:nvPr/>
          </p:nvSpPr>
          <p:spPr>
            <a:xfrm>
              <a:off x="4895022" y="3580483"/>
              <a:ext cx="27530" cy="98287"/>
            </a:xfrm>
            <a:custGeom>
              <a:avLst/>
              <a:gdLst/>
              <a:ahLst/>
              <a:cxnLst/>
              <a:rect l="l" t="t" r="r" b="b"/>
              <a:pathLst>
                <a:path w="27530" h="98287" extrusionOk="0">
                  <a:moveTo>
                    <a:pt x="0" y="44834"/>
                  </a:moveTo>
                  <a:lnTo>
                    <a:pt x="0" y="98288"/>
                  </a:lnTo>
                  <a:lnTo>
                    <a:pt x="27531" y="98288"/>
                  </a:lnTo>
                  <a:lnTo>
                    <a:pt x="27531" y="0"/>
                  </a:lnTo>
                  <a:lnTo>
                    <a:pt x="25022" y="1351"/>
                  </a:lnTo>
                  <a:cubicBezTo>
                    <a:pt x="10099" y="10035"/>
                    <a:pt x="0" y="26309"/>
                    <a:pt x="0" y="44834"/>
                  </a:cubicBezTo>
                  <a:lnTo>
                    <a:pt x="0" y="4483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24" name="Google Shape;724;p40"/>
            <p:cNvSpPr/>
            <p:nvPr/>
          </p:nvSpPr>
          <p:spPr>
            <a:xfrm>
              <a:off x="5047278" y="3580483"/>
              <a:ext cx="27530" cy="98223"/>
            </a:xfrm>
            <a:custGeom>
              <a:avLst/>
              <a:gdLst/>
              <a:ahLst/>
              <a:cxnLst/>
              <a:rect l="l" t="t" r="r" b="b"/>
              <a:pathLst>
                <a:path w="27530" h="98223" extrusionOk="0">
                  <a:moveTo>
                    <a:pt x="2509" y="1287"/>
                  </a:moveTo>
                  <a:lnTo>
                    <a:pt x="0" y="0"/>
                  </a:lnTo>
                  <a:lnTo>
                    <a:pt x="0" y="98223"/>
                  </a:lnTo>
                  <a:lnTo>
                    <a:pt x="27531" y="98223"/>
                  </a:lnTo>
                  <a:lnTo>
                    <a:pt x="27531" y="44770"/>
                  </a:lnTo>
                  <a:cubicBezTo>
                    <a:pt x="27531" y="26180"/>
                    <a:pt x="17432" y="9970"/>
                    <a:pt x="2509" y="1287"/>
                  </a:cubicBezTo>
                  <a:lnTo>
                    <a:pt x="2509" y="128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25" name="Google Shape;725;p40"/>
            <p:cNvSpPr/>
            <p:nvPr/>
          </p:nvSpPr>
          <p:spPr>
            <a:xfrm>
              <a:off x="4970925" y="3613224"/>
              <a:ext cx="27916" cy="19490"/>
            </a:xfrm>
            <a:custGeom>
              <a:avLst/>
              <a:gdLst/>
              <a:ahLst/>
              <a:cxnLst/>
              <a:rect l="l" t="t" r="r" b="b"/>
              <a:pathLst>
                <a:path w="27916" h="19490" extrusionOk="0">
                  <a:moveTo>
                    <a:pt x="0" y="0"/>
                  </a:moveTo>
                  <a:lnTo>
                    <a:pt x="13958" y="19490"/>
                  </a:lnTo>
                  <a:lnTo>
                    <a:pt x="27917" y="0"/>
                  </a:lnTo>
                  <a:cubicBezTo>
                    <a:pt x="19169" y="4438"/>
                    <a:pt x="8748" y="4438"/>
                    <a:pt x="0" y="0"/>
                  </a:cubicBez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26" name="Google Shape;726;p40"/>
            <p:cNvSpPr/>
            <p:nvPr/>
          </p:nvSpPr>
          <p:spPr>
            <a:xfrm>
              <a:off x="4943523" y="3575080"/>
              <a:ext cx="10484" cy="14601"/>
            </a:xfrm>
            <a:custGeom>
              <a:avLst/>
              <a:gdLst/>
              <a:ahLst/>
              <a:cxnLst/>
              <a:rect l="l" t="t" r="r" b="b"/>
              <a:pathLst>
                <a:path w="10484" h="14601" extrusionOk="0">
                  <a:moveTo>
                    <a:pt x="64" y="0"/>
                  </a:moveTo>
                  <a:lnTo>
                    <a:pt x="10485" y="14602"/>
                  </a:lnTo>
                  <a:cubicBezTo>
                    <a:pt x="10292" y="13187"/>
                    <a:pt x="10163" y="11771"/>
                    <a:pt x="10163" y="10356"/>
                  </a:cubicBezTo>
                  <a:lnTo>
                    <a:pt x="10163" y="0"/>
                  </a:lnTo>
                  <a:cubicBezTo>
                    <a:pt x="836" y="0"/>
                    <a:pt x="2123" y="0"/>
                    <a:pt x="0" y="0"/>
                  </a:cubicBez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27" name="Google Shape;727;p40"/>
            <p:cNvSpPr/>
            <p:nvPr/>
          </p:nvSpPr>
          <p:spPr>
            <a:xfrm>
              <a:off x="5015759" y="3575051"/>
              <a:ext cx="10420" cy="14630"/>
            </a:xfrm>
            <a:custGeom>
              <a:avLst/>
              <a:gdLst/>
              <a:ahLst/>
              <a:cxnLst/>
              <a:rect l="l" t="t" r="r" b="b"/>
              <a:pathLst>
                <a:path w="10420" h="14630" extrusionOk="0">
                  <a:moveTo>
                    <a:pt x="322" y="29"/>
                  </a:moveTo>
                  <a:lnTo>
                    <a:pt x="322" y="10385"/>
                  </a:lnTo>
                  <a:cubicBezTo>
                    <a:pt x="322" y="11800"/>
                    <a:pt x="193" y="13279"/>
                    <a:pt x="0" y="14630"/>
                  </a:cubicBezTo>
                  <a:lnTo>
                    <a:pt x="10421" y="29"/>
                  </a:lnTo>
                  <a:cubicBezTo>
                    <a:pt x="8298" y="-36"/>
                    <a:pt x="9649" y="29"/>
                    <a:pt x="257" y="29"/>
                  </a:cubicBezTo>
                  <a:lnTo>
                    <a:pt x="257" y="2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nvGrpSpPr>
            <p:cNvPr id="728" name="Google Shape;728;p40"/>
            <p:cNvGrpSpPr/>
            <p:nvPr/>
          </p:nvGrpSpPr>
          <p:grpSpPr>
            <a:xfrm>
              <a:off x="4894917" y="3457495"/>
              <a:ext cx="178516" cy="69213"/>
              <a:chOff x="4894917" y="3457495"/>
              <a:chExt cx="178516" cy="69213"/>
            </a:xfrm>
          </p:grpSpPr>
          <p:sp>
            <p:nvSpPr>
              <p:cNvPr id="729" name="Google Shape;729;p40"/>
              <p:cNvSpPr/>
              <p:nvPr/>
            </p:nvSpPr>
            <p:spPr>
              <a:xfrm>
                <a:off x="5036986" y="3457881"/>
                <a:ext cx="36447" cy="68827"/>
              </a:xfrm>
              <a:custGeom>
                <a:avLst/>
                <a:gdLst/>
                <a:ahLst/>
                <a:cxnLst/>
                <a:rect l="l" t="t" r="r" b="b"/>
                <a:pathLst>
                  <a:path w="36447" h="68827" extrusionOk="0">
                    <a:moveTo>
                      <a:pt x="9906" y="68763"/>
                    </a:moveTo>
                    <a:cubicBezTo>
                      <a:pt x="17818" y="68120"/>
                      <a:pt x="24122" y="61494"/>
                      <a:pt x="24122" y="53389"/>
                    </a:cubicBezTo>
                    <a:cubicBezTo>
                      <a:pt x="24122" y="53068"/>
                      <a:pt x="24186" y="52810"/>
                      <a:pt x="24379" y="52553"/>
                    </a:cubicBezTo>
                    <a:cubicBezTo>
                      <a:pt x="24508" y="52360"/>
                      <a:pt x="24701" y="52103"/>
                      <a:pt x="25022" y="51974"/>
                    </a:cubicBezTo>
                    <a:lnTo>
                      <a:pt x="25151" y="51974"/>
                    </a:lnTo>
                    <a:cubicBezTo>
                      <a:pt x="32484" y="48243"/>
                      <a:pt x="36922" y="40524"/>
                      <a:pt x="36407" y="32291"/>
                    </a:cubicBezTo>
                    <a:cubicBezTo>
                      <a:pt x="35893" y="24122"/>
                      <a:pt x="30811" y="17303"/>
                      <a:pt x="23092" y="14602"/>
                    </a:cubicBezTo>
                    <a:cubicBezTo>
                      <a:pt x="20712" y="13766"/>
                      <a:pt x="18397" y="13444"/>
                      <a:pt x="16017" y="13573"/>
                    </a:cubicBezTo>
                    <a:cubicBezTo>
                      <a:pt x="13572" y="6561"/>
                      <a:pt x="7461" y="1287"/>
                      <a:pt x="0" y="0"/>
                    </a:cubicBezTo>
                    <a:cubicBezTo>
                      <a:pt x="6497" y="9842"/>
                      <a:pt x="10292" y="21613"/>
                      <a:pt x="10292" y="34285"/>
                    </a:cubicBezTo>
                    <a:lnTo>
                      <a:pt x="10292" y="61944"/>
                    </a:lnTo>
                    <a:cubicBezTo>
                      <a:pt x="10292" y="64260"/>
                      <a:pt x="10163" y="66576"/>
                      <a:pt x="9906" y="68827"/>
                    </a:cubicBezTo>
                    <a:lnTo>
                      <a:pt x="9906" y="6882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30" name="Google Shape;730;p40"/>
              <p:cNvSpPr/>
              <p:nvPr/>
            </p:nvSpPr>
            <p:spPr>
              <a:xfrm>
                <a:off x="4894917" y="3457495"/>
                <a:ext cx="38121" cy="69084"/>
              </a:xfrm>
              <a:custGeom>
                <a:avLst/>
                <a:gdLst/>
                <a:ahLst/>
                <a:cxnLst/>
                <a:rect l="l" t="t" r="r" b="b"/>
                <a:pathLst>
                  <a:path w="38121" h="69084" extrusionOk="0">
                    <a:moveTo>
                      <a:pt x="38121" y="0"/>
                    </a:moveTo>
                    <a:cubicBezTo>
                      <a:pt x="29888" y="708"/>
                      <a:pt x="23069" y="6239"/>
                      <a:pt x="20432" y="13766"/>
                    </a:cubicBezTo>
                    <a:cubicBezTo>
                      <a:pt x="18052" y="13637"/>
                      <a:pt x="15800" y="13958"/>
                      <a:pt x="13356" y="14795"/>
                    </a:cubicBezTo>
                    <a:cubicBezTo>
                      <a:pt x="5701" y="17496"/>
                      <a:pt x="556" y="24250"/>
                      <a:pt x="41" y="32484"/>
                    </a:cubicBezTo>
                    <a:cubicBezTo>
                      <a:pt x="-474" y="40717"/>
                      <a:pt x="3900" y="48436"/>
                      <a:pt x="11298" y="52103"/>
                    </a:cubicBezTo>
                    <a:lnTo>
                      <a:pt x="11426" y="52103"/>
                    </a:lnTo>
                    <a:cubicBezTo>
                      <a:pt x="11941" y="52424"/>
                      <a:pt x="12327" y="53003"/>
                      <a:pt x="12327" y="53647"/>
                    </a:cubicBezTo>
                    <a:cubicBezTo>
                      <a:pt x="12327" y="62137"/>
                      <a:pt x="19274" y="69085"/>
                      <a:pt x="27765" y="69085"/>
                    </a:cubicBezTo>
                    <a:lnTo>
                      <a:pt x="28086" y="69085"/>
                    </a:lnTo>
                    <a:cubicBezTo>
                      <a:pt x="27829" y="66833"/>
                      <a:pt x="27701" y="64517"/>
                      <a:pt x="27701" y="62202"/>
                    </a:cubicBezTo>
                    <a:lnTo>
                      <a:pt x="27701" y="34542"/>
                    </a:lnTo>
                    <a:cubicBezTo>
                      <a:pt x="27701" y="21806"/>
                      <a:pt x="31560" y="9970"/>
                      <a:pt x="38121" y="64"/>
                    </a:cubicBezTo>
                    <a:lnTo>
                      <a:pt x="38121" y="6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731" name="Google Shape;731;p40"/>
            <p:cNvSpPr/>
            <p:nvPr/>
          </p:nvSpPr>
          <p:spPr>
            <a:xfrm>
              <a:off x="4967194" y="3579389"/>
              <a:ext cx="34863" cy="23413"/>
            </a:xfrm>
            <a:custGeom>
              <a:avLst/>
              <a:gdLst/>
              <a:ahLst/>
              <a:cxnLst/>
              <a:rect l="l" t="t" r="r" b="b"/>
              <a:pathLst>
                <a:path w="34863" h="23413" extrusionOk="0">
                  <a:moveTo>
                    <a:pt x="17432" y="23414"/>
                  </a:moveTo>
                  <a:cubicBezTo>
                    <a:pt x="27081" y="23414"/>
                    <a:pt x="34864" y="15631"/>
                    <a:pt x="34864" y="5982"/>
                  </a:cubicBezTo>
                  <a:lnTo>
                    <a:pt x="34864" y="0"/>
                  </a:lnTo>
                  <a:cubicBezTo>
                    <a:pt x="23543" y="3281"/>
                    <a:pt x="11385" y="3281"/>
                    <a:pt x="0" y="0"/>
                  </a:cubicBezTo>
                  <a:lnTo>
                    <a:pt x="0" y="5982"/>
                  </a:lnTo>
                  <a:cubicBezTo>
                    <a:pt x="0" y="15631"/>
                    <a:pt x="7783" y="23414"/>
                    <a:pt x="17432" y="23414"/>
                  </a:cubicBezTo>
                  <a:lnTo>
                    <a:pt x="17432" y="2341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732" name="Google Shape;732;p40"/>
          <p:cNvSpPr/>
          <p:nvPr/>
        </p:nvSpPr>
        <p:spPr>
          <a:xfrm rot="5400000" flipH="1">
            <a:off x="810017" y="3538423"/>
            <a:ext cx="850235" cy="850235"/>
          </a:xfrm>
          <a:prstGeom prst="teardrop">
            <a:avLst>
              <a:gd name="adj" fmla="val 10000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ind"/>
              <a:ea typeface="Hind"/>
              <a:cs typeface="Hind"/>
              <a:sym typeface="Hind"/>
            </a:endParaRPr>
          </a:p>
        </p:txBody>
      </p:sp>
      <p:pic>
        <p:nvPicPr>
          <p:cNvPr id="5" name="图片 4">
            <a:extLst>
              <a:ext uri="{FF2B5EF4-FFF2-40B4-BE49-F238E27FC236}">
                <a16:creationId xmlns:a16="http://schemas.microsoft.com/office/drawing/2014/main" id="{5615C1F5-159D-7B3F-A511-037673208AB3}"/>
              </a:ext>
            </a:extLst>
          </p:cNvPr>
          <p:cNvPicPr>
            <a:picLocks noChangeAspect="1"/>
          </p:cNvPicPr>
          <p:nvPr/>
        </p:nvPicPr>
        <p:blipFill>
          <a:blip r:embed="rId3"/>
          <a:stretch>
            <a:fillRect/>
          </a:stretch>
        </p:blipFill>
        <p:spPr>
          <a:xfrm>
            <a:off x="4144900" y="3228287"/>
            <a:ext cx="4123809" cy="1009524"/>
          </a:xfrm>
          <a:prstGeom prst="rect">
            <a:avLst/>
          </a:prstGeom>
        </p:spPr>
      </p:pic>
      <p:grpSp>
        <p:nvGrpSpPr>
          <p:cNvPr id="733" name="Google Shape;733;p40"/>
          <p:cNvGrpSpPr/>
          <p:nvPr/>
        </p:nvGrpSpPr>
        <p:grpSpPr>
          <a:xfrm>
            <a:off x="1058825" y="3733049"/>
            <a:ext cx="352618" cy="460984"/>
            <a:chOff x="5697791" y="3443858"/>
            <a:chExt cx="179721" cy="234912"/>
          </a:xfrm>
        </p:grpSpPr>
        <p:sp>
          <p:nvSpPr>
            <p:cNvPr id="734" name="Google Shape;734;p40"/>
            <p:cNvSpPr/>
            <p:nvPr/>
          </p:nvSpPr>
          <p:spPr>
            <a:xfrm>
              <a:off x="5753431" y="3489593"/>
              <a:ext cx="69084" cy="78306"/>
            </a:xfrm>
            <a:custGeom>
              <a:avLst/>
              <a:gdLst/>
              <a:ahLst/>
              <a:cxnLst/>
              <a:rect l="l" t="t" r="r" b="b"/>
              <a:pathLst>
                <a:path w="69084" h="78306" extrusionOk="0">
                  <a:moveTo>
                    <a:pt x="0" y="43933"/>
                  </a:moveTo>
                  <a:cubicBezTo>
                    <a:pt x="1930" y="89797"/>
                    <a:pt x="67219" y="89732"/>
                    <a:pt x="69085" y="43933"/>
                  </a:cubicBezTo>
                  <a:lnTo>
                    <a:pt x="69085" y="8619"/>
                  </a:lnTo>
                  <a:lnTo>
                    <a:pt x="34542" y="0"/>
                  </a:lnTo>
                  <a:lnTo>
                    <a:pt x="0" y="8619"/>
                  </a:lnTo>
                  <a:lnTo>
                    <a:pt x="0" y="4393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35" name="Google Shape;735;p40"/>
            <p:cNvSpPr/>
            <p:nvPr/>
          </p:nvSpPr>
          <p:spPr>
            <a:xfrm>
              <a:off x="5794406" y="3443858"/>
              <a:ext cx="62330" cy="124532"/>
            </a:xfrm>
            <a:custGeom>
              <a:avLst/>
              <a:gdLst/>
              <a:ahLst/>
              <a:cxnLst/>
              <a:rect l="l" t="t" r="r" b="b"/>
              <a:pathLst>
                <a:path w="62330" h="124532" extrusionOk="0">
                  <a:moveTo>
                    <a:pt x="41554" y="89604"/>
                  </a:moveTo>
                  <a:cubicBezTo>
                    <a:pt x="41554" y="99896"/>
                    <a:pt x="38337" y="109480"/>
                    <a:pt x="32805" y="117328"/>
                  </a:cubicBezTo>
                  <a:cubicBezTo>
                    <a:pt x="43419" y="117328"/>
                    <a:pt x="53454" y="119965"/>
                    <a:pt x="62330" y="124532"/>
                  </a:cubicBezTo>
                  <a:lnTo>
                    <a:pt x="62330" y="68956"/>
                  </a:lnTo>
                  <a:cubicBezTo>
                    <a:pt x="62330" y="33063"/>
                    <a:pt x="34928" y="3474"/>
                    <a:pt x="0" y="0"/>
                  </a:cubicBezTo>
                  <a:lnTo>
                    <a:pt x="0" y="33063"/>
                  </a:lnTo>
                  <a:lnTo>
                    <a:pt x="41554" y="43483"/>
                  </a:lnTo>
                  <a:lnTo>
                    <a:pt x="41554" y="8960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36" name="Google Shape;736;p40"/>
            <p:cNvSpPr/>
            <p:nvPr/>
          </p:nvSpPr>
          <p:spPr>
            <a:xfrm>
              <a:off x="5718568" y="3443858"/>
              <a:ext cx="62330" cy="124532"/>
            </a:xfrm>
            <a:custGeom>
              <a:avLst/>
              <a:gdLst/>
              <a:ahLst/>
              <a:cxnLst/>
              <a:rect l="l" t="t" r="r" b="b"/>
              <a:pathLst>
                <a:path w="62330" h="124532" extrusionOk="0">
                  <a:moveTo>
                    <a:pt x="20777" y="89604"/>
                  </a:moveTo>
                  <a:lnTo>
                    <a:pt x="20777" y="43483"/>
                  </a:lnTo>
                  <a:lnTo>
                    <a:pt x="62330" y="33063"/>
                  </a:lnTo>
                  <a:lnTo>
                    <a:pt x="62330" y="0"/>
                  </a:lnTo>
                  <a:cubicBezTo>
                    <a:pt x="27338" y="3474"/>
                    <a:pt x="0" y="33063"/>
                    <a:pt x="0" y="68956"/>
                  </a:cubicBezTo>
                  <a:lnTo>
                    <a:pt x="0" y="124532"/>
                  </a:lnTo>
                  <a:cubicBezTo>
                    <a:pt x="8812" y="119901"/>
                    <a:pt x="18847" y="117328"/>
                    <a:pt x="29525" y="117328"/>
                  </a:cubicBezTo>
                  <a:cubicBezTo>
                    <a:pt x="24057" y="109480"/>
                    <a:pt x="20777" y="99896"/>
                    <a:pt x="20777" y="89604"/>
                  </a:cubicBezTo>
                  <a:lnTo>
                    <a:pt x="20777" y="8960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37" name="Google Shape;737;p40"/>
            <p:cNvSpPr/>
            <p:nvPr/>
          </p:nvSpPr>
          <p:spPr>
            <a:xfrm>
              <a:off x="5794406" y="3588845"/>
              <a:ext cx="41553" cy="89925"/>
            </a:xfrm>
            <a:custGeom>
              <a:avLst/>
              <a:gdLst/>
              <a:ahLst/>
              <a:cxnLst/>
              <a:rect l="l" t="t" r="r" b="b"/>
              <a:pathLst>
                <a:path w="41553" h="89925" extrusionOk="0">
                  <a:moveTo>
                    <a:pt x="0" y="89925"/>
                  </a:moveTo>
                  <a:lnTo>
                    <a:pt x="41554" y="89925"/>
                  </a:lnTo>
                  <a:lnTo>
                    <a:pt x="41554" y="0"/>
                  </a:lnTo>
                  <a:lnTo>
                    <a:pt x="0" y="57956"/>
                  </a:lnTo>
                  <a:lnTo>
                    <a:pt x="0" y="8992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38" name="Google Shape;738;p40"/>
            <p:cNvSpPr/>
            <p:nvPr/>
          </p:nvSpPr>
          <p:spPr>
            <a:xfrm>
              <a:off x="5739344" y="3588845"/>
              <a:ext cx="41553" cy="89925"/>
            </a:xfrm>
            <a:custGeom>
              <a:avLst/>
              <a:gdLst/>
              <a:ahLst/>
              <a:cxnLst/>
              <a:rect l="l" t="t" r="r" b="b"/>
              <a:pathLst>
                <a:path w="41553" h="89925" extrusionOk="0">
                  <a:moveTo>
                    <a:pt x="0" y="89925"/>
                  </a:moveTo>
                  <a:lnTo>
                    <a:pt x="41554" y="89925"/>
                  </a:lnTo>
                  <a:lnTo>
                    <a:pt x="41554" y="57956"/>
                  </a:lnTo>
                  <a:lnTo>
                    <a:pt x="0" y="0"/>
                  </a:lnTo>
                  <a:lnTo>
                    <a:pt x="0" y="8992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39" name="Google Shape;739;p40"/>
            <p:cNvSpPr/>
            <p:nvPr/>
          </p:nvSpPr>
          <p:spPr>
            <a:xfrm>
              <a:off x="5697791" y="3580354"/>
              <a:ext cx="27530" cy="98352"/>
            </a:xfrm>
            <a:custGeom>
              <a:avLst/>
              <a:gdLst/>
              <a:ahLst/>
              <a:cxnLst/>
              <a:rect l="l" t="t" r="r" b="b"/>
              <a:pathLst>
                <a:path w="27530" h="98352" extrusionOk="0">
                  <a:moveTo>
                    <a:pt x="0" y="44899"/>
                  </a:moveTo>
                  <a:lnTo>
                    <a:pt x="0" y="98352"/>
                  </a:lnTo>
                  <a:lnTo>
                    <a:pt x="27531" y="98352"/>
                  </a:lnTo>
                  <a:lnTo>
                    <a:pt x="27531" y="0"/>
                  </a:lnTo>
                  <a:lnTo>
                    <a:pt x="25022" y="1351"/>
                  </a:lnTo>
                  <a:cubicBezTo>
                    <a:pt x="10099" y="10035"/>
                    <a:pt x="0" y="26309"/>
                    <a:pt x="0" y="44899"/>
                  </a:cubicBezTo>
                  <a:lnTo>
                    <a:pt x="0" y="44899"/>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40" name="Google Shape;740;p40"/>
            <p:cNvSpPr/>
            <p:nvPr/>
          </p:nvSpPr>
          <p:spPr>
            <a:xfrm>
              <a:off x="5849982" y="3580483"/>
              <a:ext cx="27530" cy="98287"/>
            </a:xfrm>
            <a:custGeom>
              <a:avLst/>
              <a:gdLst/>
              <a:ahLst/>
              <a:cxnLst/>
              <a:rect l="l" t="t" r="r" b="b"/>
              <a:pathLst>
                <a:path w="27530" h="98287" extrusionOk="0">
                  <a:moveTo>
                    <a:pt x="2509" y="1287"/>
                  </a:moveTo>
                  <a:lnTo>
                    <a:pt x="0" y="0"/>
                  </a:lnTo>
                  <a:lnTo>
                    <a:pt x="0" y="98288"/>
                  </a:lnTo>
                  <a:lnTo>
                    <a:pt x="27531" y="98288"/>
                  </a:lnTo>
                  <a:lnTo>
                    <a:pt x="27531" y="44834"/>
                  </a:lnTo>
                  <a:cubicBezTo>
                    <a:pt x="27531" y="26244"/>
                    <a:pt x="17432" y="10035"/>
                    <a:pt x="2509" y="1287"/>
                  </a:cubicBezTo>
                  <a:lnTo>
                    <a:pt x="2509" y="1287"/>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41" name="Google Shape;741;p40"/>
            <p:cNvSpPr/>
            <p:nvPr/>
          </p:nvSpPr>
          <p:spPr>
            <a:xfrm>
              <a:off x="5773694" y="3613160"/>
              <a:ext cx="27916" cy="19490"/>
            </a:xfrm>
            <a:custGeom>
              <a:avLst/>
              <a:gdLst/>
              <a:ahLst/>
              <a:cxnLst/>
              <a:rect l="l" t="t" r="r" b="b"/>
              <a:pathLst>
                <a:path w="27916" h="19490" extrusionOk="0">
                  <a:moveTo>
                    <a:pt x="13958" y="3345"/>
                  </a:moveTo>
                  <a:cubicBezTo>
                    <a:pt x="8941" y="3345"/>
                    <a:pt x="4181" y="2123"/>
                    <a:pt x="0" y="0"/>
                  </a:cubicBezTo>
                  <a:lnTo>
                    <a:pt x="13958" y="19490"/>
                  </a:lnTo>
                  <a:lnTo>
                    <a:pt x="27917" y="0"/>
                  </a:lnTo>
                  <a:cubicBezTo>
                    <a:pt x="23736" y="2123"/>
                    <a:pt x="18976" y="3345"/>
                    <a:pt x="13958" y="3345"/>
                  </a:cubicBezTo>
                  <a:lnTo>
                    <a:pt x="13958" y="3345"/>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42" name="Google Shape;742;p40"/>
            <p:cNvSpPr/>
            <p:nvPr/>
          </p:nvSpPr>
          <p:spPr>
            <a:xfrm>
              <a:off x="5746356" y="3574823"/>
              <a:ext cx="10484" cy="14601"/>
            </a:xfrm>
            <a:custGeom>
              <a:avLst/>
              <a:gdLst/>
              <a:ahLst/>
              <a:cxnLst/>
              <a:rect l="l" t="t" r="r" b="b"/>
              <a:pathLst>
                <a:path w="10484" h="14601" extrusionOk="0">
                  <a:moveTo>
                    <a:pt x="1608" y="0"/>
                  </a:moveTo>
                  <a:cubicBezTo>
                    <a:pt x="1093" y="0"/>
                    <a:pt x="515" y="0"/>
                    <a:pt x="0" y="0"/>
                  </a:cubicBezTo>
                  <a:lnTo>
                    <a:pt x="10485" y="14602"/>
                  </a:lnTo>
                  <a:cubicBezTo>
                    <a:pt x="10292" y="13186"/>
                    <a:pt x="10163" y="11771"/>
                    <a:pt x="10163" y="10356"/>
                  </a:cubicBezTo>
                  <a:lnTo>
                    <a:pt x="10163" y="0"/>
                  </a:lnTo>
                  <a:lnTo>
                    <a:pt x="1608"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43" name="Google Shape;743;p40"/>
            <p:cNvSpPr/>
            <p:nvPr/>
          </p:nvSpPr>
          <p:spPr>
            <a:xfrm>
              <a:off x="5818528" y="3574823"/>
              <a:ext cx="10484" cy="14601"/>
            </a:xfrm>
            <a:custGeom>
              <a:avLst/>
              <a:gdLst/>
              <a:ahLst/>
              <a:cxnLst/>
              <a:rect l="l" t="t" r="r" b="b"/>
              <a:pathLst>
                <a:path w="10484" h="14601" extrusionOk="0">
                  <a:moveTo>
                    <a:pt x="322" y="0"/>
                  </a:moveTo>
                  <a:lnTo>
                    <a:pt x="322" y="10356"/>
                  </a:lnTo>
                  <a:cubicBezTo>
                    <a:pt x="322" y="11771"/>
                    <a:pt x="193" y="13251"/>
                    <a:pt x="0" y="14602"/>
                  </a:cubicBezTo>
                  <a:lnTo>
                    <a:pt x="10485" y="0"/>
                  </a:lnTo>
                  <a:cubicBezTo>
                    <a:pt x="9970" y="0"/>
                    <a:pt x="9391" y="0"/>
                    <a:pt x="8877" y="0"/>
                  </a:cubicBezTo>
                  <a:lnTo>
                    <a:pt x="322"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744" name="Google Shape;744;p40"/>
            <p:cNvSpPr/>
            <p:nvPr/>
          </p:nvSpPr>
          <p:spPr>
            <a:xfrm>
              <a:off x="5770542" y="3579389"/>
              <a:ext cx="34863" cy="23364"/>
            </a:xfrm>
            <a:custGeom>
              <a:avLst/>
              <a:gdLst/>
              <a:ahLst/>
              <a:cxnLst/>
              <a:rect l="l" t="t" r="r" b="b"/>
              <a:pathLst>
                <a:path w="34863" h="23364" extrusionOk="0">
                  <a:moveTo>
                    <a:pt x="0" y="0"/>
                  </a:moveTo>
                  <a:lnTo>
                    <a:pt x="0" y="5789"/>
                  </a:lnTo>
                  <a:cubicBezTo>
                    <a:pt x="0" y="13958"/>
                    <a:pt x="5596" y="21291"/>
                    <a:pt x="13637" y="22964"/>
                  </a:cubicBezTo>
                  <a:cubicBezTo>
                    <a:pt x="24894" y="25344"/>
                    <a:pt x="34864" y="16789"/>
                    <a:pt x="34864" y="5918"/>
                  </a:cubicBezTo>
                  <a:lnTo>
                    <a:pt x="34864" y="0"/>
                  </a:lnTo>
                  <a:cubicBezTo>
                    <a:pt x="23864" y="3281"/>
                    <a:pt x="11000" y="3281"/>
                    <a:pt x="0" y="0"/>
                  </a:cubicBez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682" name="Google Shape;682;p40"/>
          <p:cNvSpPr txBox="1">
            <a:spLocks noGrp="1"/>
          </p:cNvSpPr>
          <p:nvPr>
            <p:ph type="ctrTitle"/>
          </p:nvPr>
        </p:nvSpPr>
        <p:spPr>
          <a:xfrm>
            <a:off x="3398227" y="2914430"/>
            <a:ext cx="5706207" cy="98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600" dirty="0"/>
              <a:t>Thanks</a:t>
            </a:r>
            <a:br>
              <a:rPr lang="en" sz="6600" dirty="0"/>
            </a:br>
            <a:r>
              <a:rPr lang="en-US" altLang="zh-CN" sz="2800" dirty="0"/>
              <a:t>Thank Prof Scott, Dr. </a:t>
            </a:r>
            <a:r>
              <a:rPr lang="en-US" altLang="zh-CN" sz="2800" dirty="0" err="1"/>
              <a:t>Kiffer</a:t>
            </a:r>
            <a:r>
              <a:rPr lang="en-US" altLang="zh-CN" sz="2800" dirty="0"/>
              <a:t> Card and Christine </a:t>
            </a:r>
            <a:r>
              <a:rPr lang="en-US" altLang="zh-CN" sz="2800" dirty="0" err="1"/>
              <a:t>Ovcaric</a:t>
            </a:r>
            <a:r>
              <a:rPr lang="en-US" altLang="zh-CN" sz="2800" dirty="0"/>
              <a:t> for creating and identifying this project, our TUT TA Yu Shi and all our peers, Canadian Alliance for Social Connection and Health</a:t>
            </a:r>
            <a:endParaRPr sz="2800" dirty="0"/>
          </a:p>
        </p:txBody>
      </p:sp>
    </p:spTree>
  </p:cSld>
  <p:clrMapOvr>
    <a:masterClrMapping/>
  </p:clrMapOvr>
</p:sld>
</file>

<file path=ppt/theme/theme1.xml><?xml version="1.0" encoding="utf-8"?>
<a:theme xmlns:a="http://schemas.openxmlformats.org/drawingml/2006/main" name="College Lessons with Cycle Diagrams by Slidesgo">
  <a:themeElements>
    <a:clrScheme name="Simple Light">
      <a:dk1>
        <a:srgbClr val="201F4B"/>
      </a:dk1>
      <a:lt1>
        <a:srgbClr val="FEF5F0"/>
      </a:lt1>
      <a:dk2>
        <a:srgbClr val="5E54B5"/>
      </a:dk2>
      <a:lt2>
        <a:srgbClr val="9156F1"/>
      </a:lt2>
      <a:accent1>
        <a:srgbClr val="D4A4E2"/>
      </a:accent1>
      <a:accent2>
        <a:srgbClr val="C6E6A3"/>
      </a:accent2>
      <a:accent3>
        <a:srgbClr val="FFFFFF"/>
      </a:accent3>
      <a:accent4>
        <a:srgbClr val="FFFFFF"/>
      </a:accent4>
      <a:accent5>
        <a:srgbClr val="FFFFFF"/>
      </a:accent5>
      <a:accent6>
        <a:srgbClr val="FFFFFF"/>
      </a:accent6>
      <a:hlink>
        <a:srgbClr val="201F4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TotalTime>
  <Words>676</Words>
  <Application>Microsoft Office PowerPoint</Application>
  <PresentationFormat>全屏显示(16:9)</PresentationFormat>
  <Paragraphs>111</Paragraphs>
  <Slides>21</Slides>
  <Notes>21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21</vt:i4>
      </vt:variant>
    </vt:vector>
  </HeadingPairs>
  <TitlesOfParts>
    <vt:vector size="33" baseType="lpstr">
      <vt:lpstr>Archivo</vt:lpstr>
      <vt:lpstr>Hind</vt:lpstr>
      <vt:lpstr>Nunito Sans</vt:lpstr>
      <vt:lpstr>Montserrat</vt:lpstr>
      <vt:lpstr>Lexend</vt:lpstr>
      <vt:lpstr>Unbounded</vt:lpstr>
      <vt:lpstr>Gantari</vt:lpstr>
      <vt:lpstr>Darker Grotesque SemiBold</vt:lpstr>
      <vt:lpstr>Hind SemiBold</vt:lpstr>
      <vt:lpstr>Mada</vt:lpstr>
      <vt:lpstr>Arial</vt:lpstr>
      <vt:lpstr>College Lessons with Cycle Diagrams by Slidesgo</vt:lpstr>
      <vt:lpstr>What is The Best Way to Mitigate Loneliness in Modern Society?</vt:lpstr>
      <vt:lpstr>Introduction</vt:lpstr>
      <vt:lpstr>Content</vt:lpstr>
      <vt:lpstr>Part 1</vt:lpstr>
      <vt:lpstr>Goal: Identify people in need of help</vt:lpstr>
      <vt:lpstr>The Method Used</vt:lpstr>
      <vt:lpstr>Visualized Tree</vt:lpstr>
      <vt:lpstr>Results Analysis</vt:lpstr>
      <vt:lpstr>Evaluation of The Model</vt:lpstr>
      <vt:lpstr>Part 2</vt:lpstr>
      <vt:lpstr>Part 2:Do Commonly-Used Ways to Counter Loneliness Work?</vt:lpstr>
      <vt:lpstr>Result Evaluation</vt:lpstr>
      <vt:lpstr>Result Evaluation</vt:lpstr>
      <vt:lpstr>Result Evaluation</vt:lpstr>
      <vt:lpstr>Testing The Effect</vt:lpstr>
      <vt:lpstr>Part 3</vt:lpstr>
      <vt:lpstr>Clustering Approach and Methodology</vt:lpstr>
      <vt:lpstr>Results Analysis</vt:lpstr>
      <vt:lpstr>Key Takeaways and Recommendations</vt:lpstr>
      <vt:lpstr>Limitation</vt:lpstr>
      <vt:lpstr>Thanks Thank Prof Scott, Dr. Kiffer Card and Christine Ovcaric for creating and identifying this project, our TUT TA Yu Shi and all our peers, Canadian Alliance for Social Connection and Health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18285</dc:creator>
  <cp:lastModifiedBy>Yongjun Du</cp:lastModifiedBy>
  <cp:revision>4</cp:revision>
  <dcterms:modified xsi:type="dcterms:W3CDTF">2024-12-03T01:03:23Z</dcterms:modified>
</cp:coreProperties>
</file>